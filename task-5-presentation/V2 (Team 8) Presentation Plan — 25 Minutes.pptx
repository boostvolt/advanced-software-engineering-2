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0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notesMasterIdLst>
    <p:notesMasterId r:id="rId15"/>
  </p:notesMasterIdLst>
  <p:sldIdLst>
    <p:sldId id="256" r:id="rId2"/>
    <p:sldId id="261" r:id="rId3"/>
    <p:sldId id="260" r:id="rId4"/>
    <p:sldId id="269" r:id="rId5"/>
    <p:sldId id="270" r:id="rId6"/>
    <p:sldId id="271" r:id="rId7"/>
    <p:sldId id="272" r:id="rId8"/>
    <p:sldId id="273" r:id="rId9"/>
    <p:sldId id="276" r:id="rId10"/>
    <p:sldId id="274" r:id="rId11"/>
    <p:sldId id="275" r:id="rId12"/>
    <p:sldId id="280" r:id="rId13"/>
    <p:sldId id="281" r:id="rId14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[00]" id="{9AD9704B-2089-8B47-80AD-87EBDAABF161}">
          <p14:sldIdLst>
            <p14:sldId id="256"/>
          </p14:sldIdLst>
        </p14:section>
        <p14:section name="Slide 2 — Agenda" id="{0EE72F9F-229B-0E45-B19E-86105F2903C6}">
          <p14:sldIdLst>
            <p14:sldId id="261"/>
          </p14:sldIdLst>
        </p14:section>
        <p14:section name="Slide 3 — Task 1: Core Problem" id="{EB470D6B-1EC5-0F47-825E-BE9F8DE41DE3}">
          <p14:sldIdLst>
            <p14:sldId id="260"/>
          </p14:sldIdLst>
        </p14:section>
        <p14:section name="Slide 4 — Task 1: Two Main Challenges" id="{585C3B71-91A0-874C-939B-6DA31BC141D9}">
          <p14:sldIdLst>
            <p14:sldId id="269"/>
          </p14:sldIdLst>
        </p14:section>
        <p14:section name="Slide 5 — Task 2: Tool Selection" id="{78E0894E-42CF-124A-880C-0DE53FBA9B4D}">
          <p14:sldIdLst>
            <p14:sldId id="270"/>
          </p14:sldIdLst>
        </p14:section>
        <p14:section name="Slide 6 — Case Study Setup" id="{60D52399-1FAE-7E4E-92AA-12C6AB70A8F0}">
          <p14:sldIdLst>
            <p14:sldId id="271"/>
          </p14:sldIdLst>
        </p14:section>
        <p14:section name="Slide 7 — Structural Comparison" id="{3EFF0D29-B345-3A49-8BEA-7DDB73201FC8}">
          <p14:sldIdLst>
            <p14:sldId id="272"/>
          </p14:sldIdLst>
        </p14:section>
        <p14:section name="Slide 8 — SonarQube Results + 5 Lessons" id="{DF7D274D-1419-DC42-AC4C-1AEF9EBA7D55}">
          <p14:sldIdLst>
            <p14:sldId id="273"/>
          </p14:sldIdLst>
        </p14:section>
        <p14:section name="Slide 9 — Activity: Code Showdown" id="{9415B1BB-7D34-5C47-8A75-493F1465EE4F}">
          <p14:sldIdLst>
            <p14:sldId id="276"/>
          </p14:sldIdLst>
        </p14:section>
        <p14:section name="Slide 10 — Activity Problem: Valid Sudoku" id="{37228FEC-687D-504C-A477-BFE7C9AA9C80}">
          <p14:sldIdLst>
            <p14:sldId id="274"/>
          </p14:sldIdLst>
        </p14:section>
        <p14:section name="Slide 11 — Show Both Code Snippets" id="{D1D5249C-5BB9-224E-899F-8E1ECCFA51BB}">
          <p14:sldIdLst>
            <p14:sldId id="275"/>
          </p14:sldIdLst>
        </p14:section>
        <p14:section name="Slide 12 — Reveal and Debrief" id="{8953325E-23EE-2C40-975F-7368109BA936}">
          <p14:sldIdLst>
            <p14:sldId id="280"/>
          </p14:sldIdLst>
        </p14:section>
        <p14:section name="[99]" id="{F1B07E23-3BB4-8449-8C63-56F1B5DADBA4}">
          <p14:sldIdLst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95"/>
    <p:restoredTop sz="96301"/>
  </p:normalViewPr>
  <p:slideViewPr>
    <p:cSldViewPr snapToGrid="0">
      <p:cViewPr>
        <p:scale>
          <a:sx n="88" d="100"/>
          <a:sy n="88" d="100"/>
        </p:scale>
        <p:origin x="2784" y="1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4" Type="http://schemas.openxmlformats.org/officeDocument/2006/relationships/image" Target="../media/image1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5_2">
  <dgm:title val=""/>
  <dgm:desc val=""/>
  <dgm:catLst>
    <dgm:cat type="accent5" pri="15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827D96-12E5-4295-8219-9560708CC845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AAA6DE07-98E3-4CFD-B756-589165060DBF}">
      <dgm:prSet/>
      <dgm:spPr>
        <a:solidFill>
          <a:srgbClr val="002060"/>
        </a:solidFill>
      </dgm:spPr>
      <dgm:t>
        <a:bodyPr/>
        <a:lstStyle/>
        <a:p>
          <a:r>
            <a:rPr lang="en-GB"/>
            <a:t>Main results of Task 1</a:t>
          </a:r>
          <a:endParaRPr lang="en-US"/>
        </a:p>
      </dgm:t>
    </dgm:pt>
    <dgm:pt modelId="{2C11D344-A172-4792-ACF4-8FF48BA85CBE}" type="parTrans" cxnId="{D3B1B0AB-47D5-4F66-89DF-BBEFF81861FD}">
      <dgm:prSet/>
      <dgm:spPr/>
      <dgm:t>
        <a:bodyPr/>
        <a:lstStyle/>
        <a:p>
          <a:endParaRPr lang="en-US"/>
        </a:p>
      </dgm:t>
    </dgm:pt>
    <dgm:pt modelId="{501C49FD-37B2-42F2-B14F-C27B392D0A02}" type="sibTrans" cxnId="{D3B1B0AB-47D5-4F66-89DF-BBEFF81861FD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CDC5850D-182F-4DE8-9B91-5827F08A7DCA}">
      <dgm:prSet/>
      <dgm:spPr>
        <a:solidFill>
          <a:srgbClr val="002060"/>
        </a:solidFill>
      </dgm:spPr>
      <dgm:t>
        <a:bodyPr/>
        <a:lstStyle/>
        <a:p>
          <a:r>
            <a:rPr lang="en-GB"/>
            <a:t>Main results of Task 2</a:t>
          </a:r>
          <a:endParaRPr lang="en-US"/>
        </a:p>
      </dgm:t>
    </dgm:pt>
    <dgm:pt modelId="{0E3D590C-7D37-4F22-89E4-1CD870A27A5D}" type="parTrans" cxnId="{D2CE8545-BA39-4C33-B87D-2CF6408CFB6C}">
      <dgm:prSet/>
      <dgm:spPr/>
      <dgm:t>
        <a:bodyPr/>
        <a:lstStyle/>
        <a:p>
          <a:endParaRPr lang="en-US"/>
        </a:p>
      </dgm:t>
    </dgm:pt>
    <dgm:pt modelId="{D32326F3-E84E-4C4E-9A27-37B11382160D}" type="sibTrans" cxnId="{D2CE8545-BA39-4C33-B87D-2CF6408CFB6C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2226DE33-C124-42B7-B0F6-02124A5D79D8}">
      <dgm:prSet/>
      <dgm:spPr>
        <a:solidFill>
          <a:srgbClr val="002060"/>
        </a:solidFill>
      </dgm:spPr>
      <dgm:t>
        <a:bodyPr/>
        <a:lstStyle/>
        <a:p>
          <a:r>
            <a:rPr lang="en-GB"/>
            <a:t>Five lessons learned</a:t>
          </a:r>
          <a:endParaRPr lang="en-US"/>
        </a:p>
      </dgm:t>
    </dgm:pt>
    <dgm:pt modelId="{6A004012-90EC-420C-A335-B8328786EE46}" type="parTrans" cxnId="{A6C71572-D15D-4F3D-AE15-9E2901B88441}">
      <dgm:prSet/>
      <dgm:spPr/>
      <dgm:t>
        <a:bodyPr/>
        <a:lstStyle/>
        <a:p>
          <a:endParaRPr lang="en-US"/>
        </a:p>
      </dgm:t>
    </dgm:pt>
    <dgm:pt modelId="{B983BBE0-0CD9-4776-AAE2-C2502DCCD2F9}" type="sibTrans" cxnId="{A6C71572-D15D-4F3D-AE15-9E2901B88441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4CC2FF6B-EB0C-4FC1-A95A-40819F0D540B}">
      <dgm:prSet/>
      <dgm:spPr>
        <a:solidFill>
          <a:srgbClr val="002060"/>
        </a:solidFill>
      </dgm:spPr>
      <dgm:t>
        <a:bodyPr/>
        <a:lstStyle/>
        <a:p>
          <a:r>
            <a:rPr lang="en-GB"/>
            <a:t>Class activity: Code Showdown</a:t>
          </a:r>
          <a:endParaRPr lang="en-US"/>
        </a:p>
      </dgm:t>
    </dgm:pt>
    <dgm:pt modelId="{DF19E746-3729-40D3-A4E9-2511320C02B9}" type="parTrans" cxnId="{66D1465D-5F74-4000-A8C8-A6A784FC117D}">
      <dgm:prSet/>
      <dgm:spPr/>
      <dgm:t>
        <a:bodyPr/>
        <a:lstStyle/>
        <a:p>
          <a:endParaRPr lang="en-US"/>
        </a:p>
      </dgm:t>
    </dgm:pt>
    <dgm:pt modelId="{036EBB64-F082-41A9-B2C1-07970440DF55}" type="sibTrans" cxnId="{66D1465D-5F74-4000-A8C8-A6A784FC117D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CDAFD77A-E5EF-4AF3-8427-90A839079034}">
      <dgm:prSet/>
      <dgm:spPr>
        <a:solidFill>
          <a:srgbClr val="002060"/>
        </a:solidFill>
      </dgm:spPr>
      <dgm:t>
        <a:bodyPr/>
        <a:lstStyle/>
        <a:p>
          <a:r>
            <a:rPr lang="en-GB"/>
            <a:t>Discussion by another team</a:t>
          </a:r>
          <a:endParaRPr lang="en-US"/>
        </a:p>
      </dgm:t>
    </dgm:pt>
    <dgm:pt modelId="{7C3BEA00-1B47-4530-96FF-8317DE8D521B}" type="parTrans" cxnId="{74806FAD-FF3F-44EF-83C2-226E29F6F890}">
      <dgm:prSet/>
      <dgm:spPr/>
      <dgm:t>
        <a:bodyPr/>
        <a:lstStyle/>
        <a:p>
          <a:endParaRPr lang="en-US"/>
        </a:p>
      </dgm:t>
    </dgm:pt>
    <dgm:pt modelId="{18EDFD72-7DDB-4B00-A413-FB80F8552CCB}" type="sibTrans" cxnId="{74806FAD-FF3F-44EF-83C2-226E29F6F890}">
      <dgm:prSet phldrT="05" phldr="0"/>
      <dgm:spPr/>
      <dgm:t>
        <a:bodyPr/>
        <a:lstStyle/>
        <a:p>
          <a:r>
            <a:rPr lang="en-US"/>
            <a:t>05</a:t>
          </a:r>
        </a:p>
      </dgm:t>
    </dgm:pt>
    <dgm:pt modelId="{C1E4B328-1841-2F47-9CD3-AC50BEDD3D04}" type="pres">
      <dgm:prSet presAssocID="{31827D96-12E5-4295-8219-9560708CC845}" presName="Name0" presStyleCnt="0">
        <dgm:presLayoutVars>
          <dgm:animLvl val="lvl"/>
          <dgm:resizeHandles val="exact"/>
        </dgm:presLayoutVars>
      </dgm:prSet>
      <dgm:spPr/>
    </dgm:pt>
    <dgm:pt modelId="{5077DE40-EF0A-964F-AFE7-932DA3497332}" type="pres">
      <dgm:prSet presAssocID="{AAA6DE07-98E3-4CFD-B756-589165060DBF}" presName="compositeNode" presStyleCnt="0">
        <dgm:presLayoutVars>
          <dgm:bulletEnabled val="1"/>
        </dgm:presLayoutVars>
      </dgm:prSet>
      <dgm:spPr/>
    </dgm:pt>
    <dgm:pt modelId="{BE8CCD21-FDF1-4C44-9C8F-E2A55D64FD68}" type="pres">
      <dgm:prSet presAssocID="{AAA6DE07-98E3-4CFD-B756-589165060DBF}" presName="bgRect" presStyleLbl="alignNode1" presStyleIdx="0" presStyleCnt="5"/>
      <dgm:spPr/>
    </dgm:pt>
    <dgm:pt modelId="{ECDFF739-C8B8-1741-9F50-CE0F8391C9D0}" type="pres">
      <dgm:prSet presAssocID="{501C49FD-37B2-42F2-B14F-C27B392D0A02}" presName="sibTransNodeRect" presStyleLbl="alignNode1" presStyleIdx="0" presStyleCnt="5">
        <dgm:presLayoutVars>
          <dgm:chMax val="0"/>
          <dgm:bulletEnabled val="1"/>
        </dgm:presLayoutVars>
      </dgm:prSet>
      <dgm:spPr/>
    </dgm:pt>
    <dgm:pt modelId="{1C9F0C9F-7444-C848-984C-88A821A576D6}" type="pres">
      <dgm:prSet presAssocID="{AAA6DE07-98E3-4CFD-B756-589165060DBF}" presName="nodeRect" presStyleLbl="alignNode1" presStyleIdx="0" presStyleCnt="5">
        <dgm:presLayoutVars>
          <dgm:bulletEnabled val="1"/>
        </dgm:presLayoutVars>
      </dgm:prSet>
      <dgm:spPr/>
    </dgm:pt>
    <dgm:pt modelId="{6605D064-D694-A043-A3CE-B1C8A8FB8757}" type="pres">
      <dgm:prSet presAssocID="{501C49FD-37B2-42F2-B14F-C27B392D0A02}" presName="sibTrans" presStyleCnt="0"/>
      <dgm:spPr/>
    </dgm:pt>
    <dgm:pt modelId="{92239370-7AEE-B249-A9E3-B9734821F407}" type="pres">
      <dgm:prSet presAssocID="{CDC5850D-182F-4DE8-9B91-5827F08A7DCA}" presName="compositeNode" presStyleCnt="0">
        <dgm:presLayoutVars>
          <dgm:bulletEnabled val="1"/>
        </dgm:presLayoutVars>
      </dgm:prSet>
      <dgm:spPr/>
    </dgm:pt>
    <dgm:pt modelId="{0868AEF5-45CF-1242-B667-410BD7D2EFF9}" type="pres">
      <dgm:prSet presAssocID="{CDC5850D-182F-4DE8-9B91-5827F08A7DCA}" presName="bgRect" presStyleLbl="alignNode1" presStyleIdx="1" presStyleCnt="5"/>
      <dgm:spPr/>
    </dgm:pt>
    <dgm:pt modelId="{3ECF70F1-6C99-3646-8122-96038626397A}" type="pres">
      <dgm:prSet presAssocID="{D32326F3-E84E-4C4E-9A27-37B11382160D}" presName="sibTransNodeRect" presStyleLbl="alignNode1" presStyleIdx="1" presStyleCnt="5">
        <dgm:presLayoutVars>
          <dgm:chMax val="0"/>
          <dgm:bulletEnabled val="1"/>
        </dgm:presLayoutVars>
      </dgm:prSet>
      <dgm:spPr/>
    </dgm:pt>
    <dgm:pt modelId="{8334AA1E-3186-F244-A466-9E6DFC6227C2}" type="pres">
      <dgm:prSet presAssocID="{CDC5850D-182F-4DE8-9B91-5827F08A7DCA}" presName="nodeRect" presStyleLbl="alignNode1" presStyleIdx="1" presStyleCnt="5">
        <dgm:presLayoutVars>
          <dgm:bulletEnabled val="1"/>
        </dgm:presLayoutVars>
      </dgm:prSet>
      <dgm:spPr/>
    </dgm:pt>
    <dgm:pt modelId="{C07685DB-2BB2-6343-9097-82C33A712703}" type="pres">
      <dgm:prSet presAssocID="{D32326F3-E84E-4C4E-9A27-37B11382160D}" presName="sibTrans" presStyleCnt="0"/>
      <dgm:spPr/>
    </dgm:pt>
    <dgm:pt modelId="{1ADCBF85-00A9-9B4A-94E2-32A2B4B56280}" type="pres">
      <dgm:prSet presAssocID="{2226DE33-C124-42B7-B0F6-02124A5D79D8}" presName="compositeNode" presStyleCnt="0">
        <dgm:presLayoutVars>
          <dgm:bulletEnabled val="1"/>
        </dgm:presLayoutVars>
      </dgm:prSet>
      <dgm:spPr/>
    </dgm:pt>
    <dgm:pt modelId="{43C6554C-9B7E-4142-9914-2813292DE9B2}" type="pres">
      <dgm:prSet presAssocID="{2226DE33-C124-42B7-B0F6-02124A5D79D8}" presName="bgRect" presStyleLbl="alignNode1" presStyleIdx="2" presStyleCnt="5"/>
      <dgm:spPr/>
    </dgm:pt>
    <dgm:pt modelId="{661C5D5E-3A80-A140-B2A1-AE54D72BB991}" type="pres">
      <dgm:prSet presAssocID="{B983BBE0-0CD9-4776-AAE2-C2502DCCD2F9}" presName="sibTransNodeRect" presStyleLbl="alignNode1" presStyleIdx="2" presStyleCnt="5">
        <dgm:presLayoutVars>
          <dgm:chMax val="0"/>
          <dgm:bulletEnabled val="1"/>
        </dgm:presLayoutVars>
      </dgm:prSet>
      <dgm:spPr/>
    </dgm:pt>
    <dgm:pt modelId="{B2D35179-FC1E-F64F-A300-4F7C85C18C94}" type="pres">
      <dgm:prSet presAssocID="{2226DE33-C124-42B7-B0F6-02124A5D79D8}" presName="nodeRect" presStyleLbl="alignNode1" presStyleIdx="2" presStyleCnt="5">
        <dgm:presLayoutVars>
          <dgm:bulletEnabled val="1"/>
        </dgm:presLayoutVars>
      </dgm:prSet>
      <dgm:spPr/>
    </dgm:pt>
    <dgm:pt modelId="{6BB3420B-F228-4842-B379-7151964F490F}" type="pres">
      <dgm:prSet presAssocID="{B983BBE0-0CD9-4776-AAE2-C2502DCCD2F9}" presName="sibTrans" presStyleCnt="0"/>
      <dgm:spPr/>
    </dgm:pt>
    <dgm:pt modelId="{CE64B635-6ABE-6C47-8CA6-C5518E471349}" type="pres">
      <dgm:prSet presAssocID="{4CC2FF6B-EB0C-4FC1-A95A-40819F0D540B}" presName="compositeNode" presStyleCnt="0">
        <dgm:presLayoutVars>
          <dgm:bulletEnabled val="1"/>
        </dgm:presLayoutVars>
      </dgm:prSet>
      <dgm:spPr/>
    </dgm:pt>
    <dgm:pt modelId="{5CF1877F-1286-554F-8486-84354C8F112E}" type="pres">
      <dgm:prSet presAssocID="{4CC2FF6B-EB0C-4FC1-A95A-40819F0D540B}" presName="bgRect" presStyleLbl="alignNode1" presStyleIdx="3" presStyleCnt="5"/>
      <dgm:spPr/>
    </dgm:pt>
    <dgm:pt modelId="{023BC6D6-684D-1B4C-80F9-73ACF319904D}" type="pres">
      <dgm:prSet presAssocID="{036EBB64-F082-41A9-B2C1-07970440DF55}" presName="sibTransNodeRect" presStyleLbl="alignNode1" presStyleIdx="3" presStyleCnt="5">
        <dgm:presLayoutVars>
          <dgm:chMax val="0"/>
          <dgm:bulletEnabled val="1"/>
        </dgm:presLayoutVars>
      </dgm:prSet>
      <dgm:spPr/>
    </dgm:pt>
    <dgm:pt modelId="{62BB4F2B-995B-8D47-A6B9-385131F8F600}" type="pres">
      <dgm:prSet presAssocID="{4CC2FF6B-EB0C-4FC1-A95A-40819F0D540B}" presName="nodeRect" presStyleLbl="alignNode1" presStyleIdx="3" presStyleCnt="5">
        <dgm:presLayoutVars>
          <dgm:bulletEnabled val="1"/>
        </dgm:presLayoutVars>
      </dgm:prSet>
      <dgm:spPr/>
    </dgm:pt>
    <dgm:pt modelId="{725F8E19-3E02-5145-8A9F-44E82EE4F96B}" type="pres">
      <dgm:prSet presAssocID="{036EBB64-F082-41A9-B2C1-07970440DF55}" presName="sibTrans" presStyleCnt="0"/>
      <dgm:spPr/>
    </dgm:pt>
    <dgm:pt modelId="{59C7557A-61D1-0445-B787-07CBFA9C23CC}" type="pres">
      <dgm:prSet presAssocID="{CDAFD77A-E5EF-4AF3-8427-90A839079034}" presName="compositeNode" presStyleCnt="0">
        <dgm:presLayoutVars>
          <dgm:bulletEnabled val="1"/>
        </dgm:presLayoutVars>
      </dgm:prSet>
      <dgm:spPr/>
    </dgm:pt>
    <dgm:pt modelId="{BA27D92E-6278-7944-9527-F9F2E2BB2DC8}" type="pres">
      <dgm:prSet presAssocID="{CDAFD77A-E5EF-4AF3-8427-90A839079034}" presName="bgRect" presStyleLbl="alignNode1" presStyleIdx="4" presStyleCnt="5"/>
      <dgm:spPr/>
    </dgm:pt>
    <dgm:pt modelId="{E0343CD6-BE09-8841-A603-37F6B713F838}" type="pres">
      <dgm:prSet presAssocID="{18EDFD72-7DDB-4B00-A413-FB80F8552CCB}" presName="sibTransNodeRect" presStyleLbl="alignNode1" presStyleIdx="4" presStyleCnt="5">
        <dgm:presLayoutVars>
          <dgm:chMax val="0"/>
          <dgm:bulletEnabled val="1"/>
        </dgm:presLayoutVars>
      </dgm:prSet>
      <dgm:spPr/>
    </dgm:pt>
    <dgm:pt modelId="{056144E6-E2B7-6F4E-A76E-C63363EEDBF9}" type="pres">
      <dgm:prSet presAssocID="{CDAFD77A-E5EF-4AF3-8427-90A839079034}" presName="nodeRect" presStyleLbl="alignNode1" presStyleIdx="4" presStyleCnt="5">
        <dgm:presLayoutVars>
          <dgm:bulletEnabled val="1"/>
        </dgm:presLayoutVars>
      </dgm:prSet>
      <dgm:spPr/>
    </dgm:pt>
  </dgm:ptLst>
  <dgm:cxnLst>
    <dgm:cxn modelId="{54E4AA05-4DDD-034B-B4B7-D09086B5E35B}" type="presOf" srcId="{AAA6DE07-98E3-4CFD-B756-589165060DBF}" destId="{1C9F0C9F-7444-C848-984C-88A821A576D6}" srcOrd="1" destOrd="0" presId="urn:microsoft.com/office/officeart/2016/7/layout/LinearBlockProcessNumbered"/>
    <dgm:cxn modelId="{0A1DF40A-D639-FA4A-951C-A237A31CB404}" type="presOf" srcId="{CDC5850D-182F-4DE8-9B91-5827F08A7DCA}" destId="{8334AA1E-3186-F244-A466-9E6DFC6227C2}" srcOrd="1" destOrd="0" presId="urn:microsoft.com/office/officeart/2016/7/layout/LinearBlockProcessNumbered"/>
    <dgm:cxn modelId="{9917DC2F-2E41-8642-A2CB-58DC14EB39B0}" type="presOf" srcId="{CDAFD77A-E5EF-4AF3-8427-90A839079034}" destId="{056144E6-E2B7-6F4E-A76E-C63363EEDBF9}" srcOrd="1" destOrd="0" presId="urn:microsoft.com/office/officeart/2016/7/layout/LinearBlockProcessNumbered"/>
    <dgm:cxn modelId="{D2CE8545-BA39-4C33-B87D-2CF6408CFB6C}" srcId="{31827D96-12E5-4295-8219-9560708CC845}" destId="{CDC5850D-182F-4DE8-9B91-5827F08A7DCA}" srcOrd="1" destOrd="0" parTransId="{0E3D590C-7D37-4F22-89E4-1CD870A27A5D}" sibTransId="{D32326F3-E84E-4C4E-9A27-37B11382160D}"/>
    <dgm:cxn modelId="{44818E50-7F5A-2744-B650-C1C0391B5220}" type="presOf" srcId="{31827D96-12E5-4295-8219-9560708CC845}" destId="{C1E4B328-1841-2F47-9CD3-AC50BEDD3D04}" srcOrd="0" destOrd="0" presId="urn:microsoft.com/office/officeart/2016/7/layout/LinearBlockProcessNumbered"/>
    <dgm:cxn modelId="{EF41145A-F2C8-834A-82E8-45ECBA552800}" type="presOf" srcId="{501C49FD-37B2-42F2-B14F-C27B392D0A02}" destId="{ECDFF739-C8B8-1741-9F50-CE0F8391C9D0}" srcOrd="0" destOrd="0" presId="urn:microsoft.com/office/officeart/2016/7/layout/LinearBlockProcessNumbered"/>
    <dgm:cxn modelId="{66D1465D-5F74-4000-A8C8-A6A784FC117D}" srcId="{31827D96-12E5-4295-8219-9560708CC845}" destId="{4CC2FF6B-EB0C-4FC1-A95A-40819F0D540B}" srcOrd="3" destOrd="0" parTransId="{DF19E746-3729-40D3-A4E9-2511320C02B9}" sibTransId="{036EBB64-F082-41A9-B2C1-07970440DF55}"/>
    <dgm:cxn modelId="{487A6868-5E3B-D24D-A9F7-A68F06B25017}" type="presOf" srcId="{18EDFD72-7DDB-4B00-A413-FB80F8552CCB}" destId="{E0343CD6-BE09-8841-A603-37F6B713F838}" srcOrd="0" destOrd="0" presId="urn:microsoft.com/office/officeart/2016/7/layout/LinearBlockProcessNumbered"/>
    <dgm:cxn modelId="{A6C71572-D15D-4F3D-AE15-9E2901B88441}" srcId="{31827D96-12E5-4295-8219-9560708CC845}" destId="{2226DE33-C124-42B7-B0F6-02124A5D79D8}" srcOrd="2" destOrd="0" parTransId="{6A004012-90EC-420C-A335-B8328786EE46}" sibTransId="{B983BBE0-0CD9-4776-AAE2-C2502DCCD2F9}"/>
    <dgm:cxn modelId="{E863547E-F3A8-194F-A68D-314E3DAC4C62}" type="presOf" srcId="{2226DE33-C124-42B7-B0F6-02124A5D79D8}" destId="{43C6554C-9B7E-4142-9914-2813292DE9B2}" srcOrd="0" destOrd="0" presId="urn:microsoft.com/office/officeart/2016/7/layout/LinearBlockProcessNumbered"/>
    <dgm:cxn modelId="{9159F57E-D4C0-F94F-963A-E94F3FACDD61}" type="presOf" srcId="{D32326F3-E84E-4C4E-9A27-37B11382160D}" destId="{3ECF70F1-6C99-3646-8122-96038626397A}" srcOrd="0" destOrd="0" presId="urn:microsoft.com/office/officeart/2016/7/layout/LinearBlockProcessNumbered"/>
    <dgm:cxn modelId="{E3D06F88-E650-E348-B69B-62B8183973E1}" type="presOf" srcId="{036EBB64-F082-41A9-B2C1-07970440DF55}" destId="{023BC6D6-684D-1B4C-80F9-73ACF319904D}" srcOrd="0" destOrd="0" presId="urn:microsoft.com/office/officeart/2016/7/layout/LinearBlockProcessNumbered"/>
    <dgm:cxn modelId="{278B4589-4536-CA4E-A848-1A3761D51344}" type="presOf" srcId="{B983BBE0-0CD9-4776-AAE2-C2502DCCD2F9}" destId="{661C5D5E-3A80-A140-B2A1-AE54D72BB991}" srcOrd="0" destOrd="0" presId="urn:microsoft.com/office/officeart/2016/7/layout/LinearBlockProcessNumbered"/>
    <dgm:cxn modelId="{CA158295-6A7C-694E-99A5-4A677D4BFD3E}" type="presOf" srcId="{CDAFD77A-E5EF-4AF3-8427-90A839079034}" destId="{BA27D92E-6278-7944-9527-F9F2E2BB2DC8}" srcOrd="0" destOrd="0" presId="urn:microsoft.com/office/officeart/2016/7/layout/LinearBlockProcessNumbered"/>
    <dgm:cxn modelId="{06C9DEA5-C36B-8147-BF41-D5257A404AC8}" type="presOf" srcId="{CDC5850D-182F-4DE8-9B91-5827F08A7DCA}" destId="{0868AEF5-45CF-1242-B667-410BD7D2EFF9}" srcOrd="0" destOrd="0" presId="urn:microsoft.com/office/officeart/2016/7/layout/LinearBlockProcessNumbered"/>
    <dgm:cxn modelId="{D3B1B0AB-47D5-4F66-89DF-BBEFF81861FD}" srcId="{31827D96-12E5-4295-8219-9560708CC845}" destId="{AAA6DE07-98E3-4CFD-B756-589165060DBF}" srcOrd="0" destOrd="0" parTransId="{2C11D344-A172-4792-ACF4-8FF48BA85CBE}" sibTransId="{501C49FD-37B2-42F2-B14F-C27B392D0A02}"/>
    <dgm:cxn modelId="{51A72FAD-29B9-9B4F-B484-29BF9D289861}" type="presOf" srcId="{4CC2FF6B-EB0C-4FC1-A95A-40819F0D540B}" destId="{62BB4F2B-995B-8D47-A6B9-385131F8F600}" srcOrd="1" destOrd="0" presId="urn:microsoft.com/office/officeart/2016/7/layout/LinearBlockProcessNumbered"/>
    <dgm:cxn modelId="{74806FAD-FF3F-44EF-83C2-226E29F6F890}" srcId="{31827D96-12E5-4295-8219-9560708CC845}" destId="{CDAFD77A-E5EF-4AF3-8427-90A839079034}" srcOrd="4" destOrd="0" parTransId="{7C3BEA00-1B47-4530-96FF-8317DE8D521B}" sibTransId="{18EDFD72-7DDB-4B00-A413-FB80F8552CCB}"/>
    <dgm:cxn modelId="{2522FDD6-EF01-E848-A263-16AC1264A2BC}" type="presOf" srcId="{4CC2FF6B-EB0C-4FC1-A95A-40819F0D540B}" destId="{5CF1877F-1286-554F-8486-84354C8F112E}" srcOrd="0" destOrd="0" presId="urn:microsoft.com/office/officeart/2016/7/layout/LinearBlockProcessNumbered"/>
    <dgm:cxn modelId="{CE58A1ED-3C87-134C-85DC-DEE888329112}" type="presOf" srcId="{2226DE33-C124-42B7-B0F6-02124A5D79D8}" destId="{B2D35179-FC1E-F64F-A300-4F7C85C18C94}" srcOrd="1" destOrd="0" presId="urn:microsoft.com/office/officeart/2016/7/layout/LinearBlockProcessNumbered"/>
    <dgm:cxn modelId="{203B08EE-A73E-EA4E-9549-9BD4A1F3867A}" type="presOf" srcId="{AAA6DE07-98E3-4CFD-B756-589165060DBF}" destId="{BE8CCD21-FDF1-4C44-9C8F-E2A55D64FD68}" srcOrd="0" destOrd="0" presId="urn:microsoft.com/office/officeart/2016/7/layout/LinearBlockProcessNumbered"/>
    <dgm:cxn modelId="{6301FB57-0C83-9A4E-8B3D-DD7FABC9D65A}" type="presParOf" srcId="{C1E4B328-1841-2F47-9CD3-AC50BEDD3D04}" destId="{5077DE40-EF0A-964F-AFE7-932DA3497332}" srcOrd="0" destOrd="0" presId="urn:microsoft.com/office/officeart/2016/7/layout/LinearBlockProcessNumbered"/>
    <dgm:cxn modelId="{EBFA96CE-FADA-F946-A287-C9AB08CC258B}" type="presParOf" srcId="{5077DE40-EF0A-964F-AFE7-932DA3497332}" destId="{BE8CCD21-FDF1-4C44-9C8F-E2A55D64FD68}" srcOrd="0" destOrd="0" presId="urn:microsoft.com/office/officeart/2016/7/layout/LinearBlockProcessNumbered"/>
    <dgm:cxn modelId="{D41CE674-6D2B-1F45-A000-4B1A26A2D1B5}" type="presParOf" srcId="{5077DE40-EF0A-964F-AFE7-932DA3497332}" destId="{ECDFF739-C8B8-1741-9F50-CE0F8391C9D0}" srcOrd="1" destOrd="0" presId="urn:microsoft.com/office/officeart/2016/7/layout/LinearBlockProcessNumbered"/>
    <dgm:cxn modelId="{11ED8E7F-606B-F747-A2E9-9B0CB8CC0604}" type="presParOf" srcId="{5077DE40-EF0A-964F-AFE7-932DA3497332}" destId="{1C9F0C9F-7444-C848-984C-88A821A576D6}" srcOrd="2" destOrd="0" presId="urn:microsoft.com/office/officeart/2016/7/layout/LinearBlockProcessNumbered"/>
    <dgm:cxn modelId="{5D6935BC-4F17-A24C-B072-0FE5243EDBDB}" type="presParOf" srcId="{C1E4B328-1841-2F47-9CD3-AC50BEDD3D04}" destId="{6605D064-D694-A043-A3CE-B1C8A8FB8757}" srcOrd="1" destOrd="0" presId="urn:microsoft.com/office/officeart/2016/7/layout/LinearBlockProcessNumbered"/>
    <dgm:cxn modelId="{D2FDD403-37B2-E944-8FDC-A8094F336FB3}" type="presParOf" srcId="{C1E4B328-1841-2F47-9CD3-AC50BEDD3D04}" destId="{92239370-7AEE-B249-A9E3-B9734821F407}" srcOrd="2" destOrd="0" presId="urn:microsoft.com/office/officeart/2016/7/layout/LinearBlockProcessNumbered"/>
    <dgm:cxn modelId="{88D30B84-AC38-4649-BE3B-825AD88B9BDB}" type="presParOf" srcId="{92239370-7AEE-B249-A9E3-B9734821F407}" destId="{0868AEF5-45CF-1242-B667-410BD7D2EFF9}" srcOrd="0" destOrd="0" presId="urn:microsoft.com/office/officeart/2016/7/layout/LinearBlockProcessNumbered"/>
    <dgm:cxn modelId="{E9CD48E0-EFDE-4A46-82D3-8E94DD3F5D35}" type="presParOf" srcId="{92239370-7AEE-B249-A9E3-B9734821F407}" destId="{3ECF70F1-6C99-3646-8122-96038626397A}" srcOrd="1" destOrd="0" presId="urn:microsoft.com/office/officeart/2016/7/layout/LinearBlockProcessNumbered"/>
    <dgm:cxn modelId="{EC20424B-4041-7F4C-928B-8F7304D8C12F}" type="presParOf" srcId="{92239370-7AEE-B249-A9E3-B9734821F407}" destId="{8334AA1E-3186-F244-A466-9E6DFC6227C2}" srcOrd="2" destOrd="0" presId="urn:microsoft.com/office/officeart/2016/7/layout/LinearBlockProcessNumbered"/>
    <dgm:cxn modelId="{8BE86FAC-991B-8549-8789-9A6DF2727931}" type="presParOf" srcId="{C1E4B328-1841-2F47-9CD3-AC50BEDD3D04}" destId="{C07685DB-2BB2-6343-9097-82C33A712703}" srcOrd="3" destOrd="0" presId="urn:microsoft.com/office/officeart/2016/7/layout/LinearBlockProcessNumbered"/>
    <dgm:cxn modelId="{A8C2FCC4-C5AB-D24E-A7EB-9F80E0E92308}" type="presParOf" srcId="{C1E4B328-1841-2F47-9CD3-AC50BEDD3D04}" destId="{1ADCBF85-00A9-9B4A-94E2-32A2B4B56280}" srcOrd="4" destOrd="0" presId="urn:microsoft.com/office/officeart/2016/7/layout/LinearBlockProcessNumbered"/>
    <dgm:cxn modelId="{76C4B46C-F283-AB45-8602-4A240710794C}" type="presParOf" srcId="{1ADCBF85-00A9-9B4A-94E2-32A2B4B56280}" destId="{43C6554C-9B7E-4142-9914-2813292DE9B2}" srcOrd="0" destOrd="0" presId="urn:microsoft.com/office/officeart/2016/7/layout/LinearBlockProcessNumbered"/>
    <dgm:cxn modelId="{E0760305-935D-2042-AF03-6C136D2A7B87}" type="presParOf" srcId="{1ADCBF85-00A9-9B4A-94E2-32A2B4B56280}" destId="{661C5D5E-3A80-A140-B2A1-AE54D72BB991}" srcOrd="1" destOrd="0" presId="urn:microsoft.com/office/officeart/2016/7/layout/LinearBlockProcessNumbered"/>
    <dgm:cxn modelId="{9F09314D-912E-D94E-8703-90A2A52EB68E}" type="presParOf" srcId="{1ADCBF85-00A9-9B4A-94E2-32A2B4B56280}" destId="{B2D35179-FC1E-F64F-A300-4F7C85C18C94}" srcOrd="2" destOrd="0" presId="urn:microsoft.com/office/officeart/2016/7/layout/LinearBlockProcessNumbered"/>
    <dgm:cxn modelId="{D731D071-F039-FA4A-8B67-BE575CA4D2A2}" type="presParOf" srcId="{C1E4B328-1841-2F47-9CD3-AC50BEDD3D04}" destId="{6BB3420B-F228-4842-B379-7151964F490F}" srcOrd="5" destOrd="0" presId="urn:microsoft.com/office/officeart/2016/7/layout/LinearBlockProcessNumbered"/>
    <dgm:cxn modelId="{7AC99029-3596-C64C-A920-B1F54F59DDCF}" type="presParOf" srcId="{C1E4B328-1841-2F47-9CD3-AC50BEDD3D04}" destId="{CE64B635-6ABE-6C47-8CA6-C5518E471349}" srcOrd="6" destOrd="0" presId="urn:microsoft.com/office/officeart/2016/7/layout/LinearBlockProcessNumbered"/>
    <dgm:cxn modelId="{BB9E22FF-3920-124E-A0BC-63EF8A2EA43E}" type="presParOf" srcId="{CE64B635-6ABE-6C47-8CA6-C5518E471349}" destId="{5CF1877F-1286-554F-8486-84354C8F112E}" srcOrd="0" destOrd="0" presId="urn:microsoft.com/office/officeart/2016/7/layout/LinearBlockProcessNumbered"/>
    <dgm:cxn modelId="{4A93C9C4-731B-D44D-94D4-B30936B42C25}" type="presParOf" srcId="{CE64B635-6ABE-6C47-8CA6-C5518E471349}" destId="{023BC6D6-684D-1B4C-80F9-73ACF319904D}" srcOrd="1" destOrd="0" presId="urn:microsoft.com/office/officeart/2016/7/layout/LinearBlockProcessNumbered"/>
    <dgm:cxn modelId="{693E11A2-E99D-684A-B531-DB2F9A1AD8CA}" type="presParOf" srcId="{CE64B635-6ABE-6C47-8CA6-C5518E471349}" destId="{62BB4F2B-995B-8D47-A6B9-385131F8F600}" srcOrd="2" destOrd="0" presId="urn:microsoft.com/office/officeart/2016/7/layout/LinearBlockProcessNumbered"/>
    <dgm:cxn modelId="{065F68F6-6BED-D54F-A532-E04737E87788}" type="presParOf" srcId="{C1E4B328-1841-2F47-9CD3-AC50BEDD3D04}" destId="{725F8E19-3E02-5145-8A9F-44E82EE4F96B}" srcOrd="7" destOrd="0" presId="urn:microsoft.com/office/officeart/2016/7/layout/LinearBlockProcessNumbered"/>
    <dgm:cxn modelId="{DEB2C283-C85F-604C-960D-F98EA290A26A}" type="presParOf" srcId="{C1E4B328-1841-2F47-9CD3-AC50BEDD3D04}" destId="{59C7557A-61D1-0445-B787-07CBFA9C23CC}" srcOrd="8" destOrd="0" presId="urn:microsoft.com/office/officeart/2016/7/layout/LinearBlockProcessNumbered"/>
    <dgm:cxn modelId="{DFC6C6A4-95F9-744F-9F88-4D101C5CC915}" type="presParOf" srcId="{59C7557A-61D1-0445-B787-07CBFA9C23CC}" destId="{BA27D92E-6278-7944-9527-F9F2E2BB2DC8}" srcOrd="0" destOrd="0" presId="urn:microsoft.com/office/officeart/2016/7/layout/LinearBlockProcessNumbered"/>
    <dgm:cxn modelId="{506B28E1-BBDC-114F-8E69-927E61BAE137}" type="presParOf" srcId="{59C7557A-61D1-0445-B787-07CBFA9C23CC}" destId="{E0343CD6-BE09-8841-A603-37F6B713F838}" srcOrd="1" destOrd="0" presId="urn:microsoft.com/office/officeart/2016/7/layout/LinearBlockProcessNumbered"/>
    <dgm:cxn modelId="{19415167-32DA-E34F-BA67-E05E64FBAB4E}" type="presParOf" srcId="{59C7557A-61D1-0445-B787-07CBFA9C23CC}" destId="{056144E6-E2B7-6F4E-A76E-C63363EEDBF9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6B49644-637B-4F45-9119-1B35B599B34A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072A87D1-89D5-454F-83DD-76E4DE83C08B}">
      <dgm:prSet/>
      <dgm:spPr>
        <a:solidFill>
          <a:srgbClr val="002060"/>
        </a:solidFill>
      </dgm:spPr>
      <dgm:t>
        <a:bodyPr/>
        <a:lstStyle/>
        <a:p>
          <a:r>
            <a:rPr lang="en-GB"/>
            <a:t>You will see two working Java solutions.</a:t>
          </a:r>
          <a:endParaRPr lang="en-US"/>
        </a:p>
      </dgm:t>
    </dgm:pt>
    <dgm:pt modelId="{4C3B2C78-0ED0-4EF9-A4C0-CC138A12F9CC}" type="parTrans" cxnId="{E7F9DA9A-9470-444D-858A-3B1F47E5F70A}">
      <dgm:prSet/>
      <dgm:spPr/>
      <dgm:t>
        <a:bodyPr/>
        <a:lstStyle/>
        <a:p>
          <a:endParaRPr lang="en-US"/>
        </a:p>
      </dgm:t>
    </dgm:pt>
    <dgm:pt modelId="{CCC61F28-E9A5-4EFB-B8B9-01967508A322}" type="sibTrans" cxnId="{E7F9DA9A-9470-444D-858A-3B1F47E5F70A}">
      <dgm:prSet/>
      <dgm:spPr/>
      <dgm:t>
        <a:bodyPr/>
        <a:lstStyle/>
        <a:p>
          <a:endParaRPr lang="en-US"/>
        </a:p>
      </dgm:t>
    </dgm:pt>
    <dgm:pt modelId="{334FA506-868F-4109-8DB7-3DAF450D7427}">
      <dgm:prSet/>
      <dgm:spPr>
        <a:solidFill>
          <a:srgbClr val="002060"/>
        </a:solidFill>
      </dgm:spPr>
      <dgm:t>
        <a:bodyPr/>
        <a:lstStyle/>
        <a:p>
          <a:r>
            <a:rPr lang="en-GB"/>
            <a:t>Same problem.</a:t>
          </a:r>
          <a:endParaRPr lang="en-US"/>
        </a:p>
      </dgm:t>
    </dgm:pt>
    <dgm:pt modelId="{A27ED22D-7628-4BDC-9949-6283B17B6FB0}" type="parTrans" cxnId="{3364B84E-D520-4AB9-A721-A6E54BD22763}">
      <dgm:prSet/>
      <dgm:spPr/>
      <dgm:t>
        <a:bodyPr/>
        <a:lstStyle/>
        <a:p>
          <a:endParaRPr lang="en-US"/>
        </a:p>
      </dgm:t>
    </dgm:pt>
    <dgm:pt modelId="{D9C56582-950C-4C65-B7B5-1A3A6B4B5C10}" type="sibTrans" cxnId="{3364B84E-D520-4AB9-A721-A6E54BD22763}">
      <dgm:prSet/>
      <dgm:spPr/>
      <dgm:t>
        <a:bodyPr/>
        <a:lstStyle/>
        <a:p>
          <a:endParaRPr lang="en-US"/>
        </a:p>
      </dgm:t>
    </dgm:pt>
    <dgm:pt modelId="{C0E76D41-0FDD-4931-80D7-C95A15FB53D2}">
      <dgm:prSet/>
      <dgm:spPr>
        <a:solidFill>
          <a:srgbClr val="002060"/>
        </a:solidFill>
      </dgm:spPr>
      <dgm:t>
        <a:bodyPr/>
        <a:lstStyle/>
        <a:p>
          <a:r>
            <a:rPr lang="en-GB"/>
            <a:t>Same Big-O complexity.</a:t>
          </a:r>
          <a:endParaRPr lang="en-US"/>
        </a:p>
      </dgm:t>
    </dgm:pt>
    <dgm:pt modelId="{99F914E3-DDA1-4112-96B3-7F0A7B57F6E8}" type="parTrans" cxnId="{F72076C8-15C2-475E-B0CA-79682572C909}">
      <dgm:prSet/>
      <dgm:spPr/>
      <dgm:t>
        <a:bodyPr/>
        <a:lstStyle/>
        <a:p>
          <a:endParaRPr lang="en-US"/>
        </a:p>
      </dgm:t>
    </dgm:pt>
    <dgm:pt modelId="{E3DB4895-1888-49DB-B5A7-31FA041B160A}" type="sibTrans" cxnId="{F72076C8-15C2-475E-B0CA-79682572C909}">
      <dgm:prSet/>
      <dgm:spPr/>
      <dgm:t>
        <a:bodyPr/>
        <a:lstStyle/>
        <a:p>
          <a:endParaRPr lang="en-US"/>
        </a:p>
      </dgm:t>
    </dgm:pt>
    <dgm:pt modelId="{DB20DB48-3BF4-4428-8156-3A17573AC787}">
      <dgm:prSet/>
      <dgm:spPr>
        <a:solidFill>
          <a:srgbClr val="002060"/>
        </a:solidFill>
      </dgm:spPr>
      <dgm:t>
        <a:bodyPr/>
        <a:lstStyle/>
        <a:p>
          <a:r>
            <a:rPr lang="en-GB"/>
            <a:t>One is human-written.</a:t>
          </a:r>
          <a:endParaRPr lang="en-US"/>
        </a:p>
      </dgm:t>
    </dgm:pt>
    <dgm:pt modelId="{7DB9D02E-2121-4810-8D28-55D3FA36411B}" type="parTrans" cxnId="{E450C17B-4E6B-4F8C-9EF1-F21574A7BAC4}">
      <dgm:prSet/>
      <dgm:spPr/>
      <dgm:t>
        <a:bodyPr/>
        <a:lstStyle/>
        <a:p>
          <a:endParaRPr lang="en-US"/>
        </a:p>
      </dgm:t>
    </dgm:pt>
    <dgm:pt modelId="{FF783D2F-81BB-4900-B6C5-13A9548827F1}" type="sibTrans" cxnId="{E450C17B-4E6B-4F8C-9EF1-F21574A7BAC4}">
      <dgm:prSet/>
      <dgm:spPr/>
      <dgm:t>
        <a:bodyPr/>
        <a:lstStyle/>
        <a:p>
          <a:endParaRPr lang="en-US"/>
        </a:p>
      </dgm:t>
    </dgm:pt>
    <dgm:pt modelId="{5728CC3E-9D26-43C3-BCD3-22568414321B}">
      <dgm:prSet/>
      <dgm:spPr>
        <a:solidFill>
          <a:srgbClr val="002060"/>
        </a:solidFill>
      </dgm:spPr>
      <dgm:t>
        <a:bodyPr/>
        <a:lstStyle/>
        <a:p>
          <a:r>
            <a:rPr lang="en-GB"/>
            <a:t>One is AI-generated.</a:t>
          </a:r>
          <a:endParaRPr lang="en-US"/>
        </a:p>
      </dgm:t>
    </dgm:pt>
    <dgm:pt modelId="{C2E1A23B-5F2D-469F-B4D9-34DB71119203}" type="parTrans" cxnId="{8652D4C0-3142-433C-A34A-BA0DB706534C}">
      <dgm:prSet/>
      <dgm:spPr/>
      <dgm:t>
        <a:bodyPr/>
        <a:lstStyle/>
        <a:p>
          <a:endParaRPr lang="en-US"/>
        </a:p>
      </dgm:t>
    </dgm:pt>
    <dgm:pt modelId="{0AE7C07E-3D36-413A-80CC-A74DA13B5306}" type="sibTrans" cxnId="{8652D4C0-3142-433C-A34A-BA0DB706534C}">
      <dgm:prSet/>
      <dgm:spPr/>
      <dgm:t>
        <a:bodyPr/>
        <a:lstStyle/>
        <a:p>
          <a:endParaRPr lang="en-US"/>
        </a:p>
      </dgm:t>
    </dgm:pt>
    <dgm:pt modelId="{8ED2D2CC-7BC0-465E-9DE2-948BE2A5F6DC}">
      <dgm:prSet/>
      <dgm:spPr>
        <a:solidFill>
          <a:srgbClr val="002060"/>
        </a:solidFill>
      </dgm:spPr>
      <dgm:t>
        <a:bodyPr/>
        <a:lstStyle/>
        <a:p>
          <a:r>
            <a:rPr lang="en-GB"/>
            <a:t>Decide which one you would trust more in production.</a:t>
          </a:r>
          <a:endParaRPr lang="en-US"/>
        </a:p>
      </dgm:t>
    </dgm:pt>
    <dgm:pt modelId="{15FE025E-B58D-4806-BF42-5C166175BD93}" type="parTrans" cxnId="{4197E98E-38AB-4E5E-ABD9-0161C8F23B26}">
      <dgm:prSet/>
      <dgm:spPr/>
      <dgm:t>
        <a:bodyPr/>
        <a:lstStyle/>
        <a:p>
          <a:endParaRPr lang="en-US"/>
        </a:p>
      </dgm:t>
    </dgm:pt>
    <dgm:pt modelId="{2DB75502-8B00-4F59-B826-813E28E121D8}" type="sibTrans" cxnId="{4197E98E-38AB-4E5E-ABD9-0161C8F23B26}">
      <dgm:prSet/>
      <dgm:spPr/>
      <dgm:t>
        <a:bodyPr/>
        <a:lstStyle/>
        <a:p>
          <a:endParaRPr lang="en-US"/>
        </a:p>
      </dgm:t>
    </dgm:pt>
    <dgm:pt modelId="{8D67BC11-6C4C-43E1-ACCB-D326A9CFC719}">
      <dgm:prSet/>
      <dgm:spPr>
        <a:solidFill>
          <a:srgbClr val="002060"/>
        </a:solidFill>
      </dgm:spPr>
      <dgm:t>
        <a:bodyPr/>
        <a:lstStyle/>
        <a:p>
          <a:r>
            <a:rPr lang="en-GB" dirty="0"/>
            <a:t>This matches the activity design: compare two anonymous Valid Sudoku solutions and evaluate quality, readability, and maintainability.</a:t>
          </a:r>
          <a:endParaRPr lang="en-US" dirty="0"/>
        </a:p>
      </dgm:t>
    </dgm:pt>
    <dgm:pt modelId="{5FCCC046-394B-4994-8268-08BEDC69F21C}" type="parTrans" cxnId="{47449532-8624-4863-8284-5CC96337CA8E}">
      <dgm:prSet/>
      <dgm:spPr/>
      <dgm:t>
        <a:bodyPr/>
        <a:lstStyle/>
        <a:p>
          <a:endParaRPr lang="en-US"/>
        </a:p>
      </dgm:t>
    </dgm:pt>
    <dgm:pt modelId="{770288C9-DBEC-47D2-9231-5A38DDFB4345}" type="sibTrans" cxnId="{47449532-8624-4863-8284-5CC96337CA8E}">
      <dgm:prSet/>
      <dgm:spPr/>
      <dgm:t>
        <a:bodyPr/>
        <a:lstStyle/>
        <a:p>
          <a:endParaRPr lang="en-US"/>
        </a:p>
      </dgm:t>
    </dgm:pt>
    <dgm:pt modelId="{A20E1643-F497-664C-BDCC-38AF4FCEB984}" type="pres">
      <dgm:prSet presAssocID="{D6B49644-637B-4F45-9119-1B35B599B34A}" presName="Name0" presStyleCnt="0">
        <dgm:presLayoutVars>
          <dgm:dir/>
          <dgm:resizeHandles val="exact"/>
        </dgm:presLayoutVars>
      </dgm:prSet>
      <dgm:spPr/>
    </dgm:pt>
    <dgm:pt modelId="{D31C3652-B9B1-5C4D-8591-1FBF7F45F52E}" type="pres">
      <dgm:prSet presAssocID="{072A87D1-89D5-454F-83DD-76E4DE83C08B}" presName="node" presStyleLbl="node1" presStyleIdx="0" presStyleCnt="7">
        <dgm:presLayoutVars>
          <dgm:bulletEnabled val="1"/>
        </dgm:presLayoutVars>
      </dgm:prSet>
      <dgm:spPr/>
    </dgm:pt>
    <dgm:pt modelId="{6C63DDDE-1DEF-7546-BF36-E6B309E66BB3}" type="pres">
      <dgm:prSet presAssocID="{CCC61F28-E9A5-4EFB-B8B9-01967508A322}" presName="sibTrans" presStyleLbl="sibTrans1D1" presStyleIdx="0" presStyleCnt="6"/>
      <dgm:spPr/>
    </dgm:pt>
    <dgm:pt modelId="{F7CC9D3A-73A0-2E41-959B-F7769995F9D5}" type="pres">
      <dgm:prSet presAssocID="{CCC61F28-E9A5-4EFB-B8B9-01967508A322}" presName="connectorText" presStyleLbl="sibTrans1D1" presStyleIdx="0" presStyleCnt="6"/>
      <dgm:spPr/>
    </dgm:pt>
    <dgm:pt modelId="{2FB6AFFD-B3DB-E949-BB42-752BB2A8D2AA}" type="pres">
      <dgm:prSet presAssocID="{334FA506-868F-4109-8DB7-3DAF450D7427}" presName="node" presStyleLbl="node1" presStyleIdx="1" presStyleCnt="7">
        <dgm:presLayoutVars>
          <dgm:bulletEnabled val="1"/>
        </dgm:presLayoutVars>
      </dgm:prSet>
      <dgm:spPr/>
    </dgm:pt>
    <dgm:pt modelId="{627A47EC-1664-3B47-8FA7-1C3D0A8E9370}" type="pres">
      <dgm:prSet presAssocID="{D9C56582-950C-4C65-B7B5-1A3A6B4B5C10}" presName="sibTrans" presStyleLbl="sibTrans1D1" presStyleIdx="1" presStyleCnt="6"/>
      <dgm:spPr/>
    </dgm:pt>
    <dgm:pt modelId="{4B1FCDCA-E127-9F46-A761-6F97989770D2}" type="pres">
      <dgm:prSet presAssocID="{D9C56582-950C-4C65-B7B5-1A3A6B4B5C10}" presName="connectorText" presStyleLbl="sibTrans1D1" presStyleIdx="1" presStyleCnt="6"/>
      <dgm:spPr/>
    </dgm:pt>
    <dgm:pt modelId="{D04FDD96-E84C-CF4F-A198-470FBAA8D105}" type="pres">
      <dgm:prSet presAssocID="{C0E76D41-0FDD-4931-80D7-C95A15FB53D2}" presName="node" presStyleLbl="node1" presStyleIdx="2" presStyleCnt="7">
        <dgm:presLayoutVars>
          <dgm:bulletEnabled val="1"/>
        </dgm:presLayoutVars>
      </dgm:prSet>
      <dgm:spPr/>
    </dgm:pt>
    <dgm:pt modelId="{B494B84A-F8DB-174E-B18A-83AFDDE37E5F}" type="pres">
      <dgm:prSet presAssocID="{E3DB4895-1888-49DB-B5A7-31FA041B160A}" presName="sibTrans" presStyleLbl="sibTrans1D1" presStyleIdx="2" presStyleCnt="6"/>
      <dgm:spPr/>
    </dgm:pt>
    <dgm:pt modelId="{2C8A76E8-8FB2-BD48-A36E-8A08FEF9C464}" type="pres">
      <dgm:prSet presAssocID="{E3DB4895-1888-49DB-B5A7-31FA041B160A}" presName="connectorText" presStyleLbl="sibTrans1D1" presStyleIdx="2" presStyleCnt="6"/>
      <dgm:spPr/>
    </dgm:pt>
    <dgm:pt modelId="{8A947156-B4FB-4E44-B037-D479AB224913}" type="pres">
      <dgm:prSet presAssocID="{DB20DB48-3BF4-4428-8156-3A17573AC787}" presName="node" presStyleLbl="node1" presStyleIdx="3" presStyleCnt="7">
        <dgm:presLayoutVars>
          <dgm:bulletEnabled val="1"/>
        </dgm:presLayoutVars>
      </dgm:prSet>
      <dgm:spPr/>
    </dgm:pt>
    <dgm:pt modelId="{4F3E4138-DF59-8D43-9B83-CE170B21538D}" type="pres">
      <dgm:prSet presAssocID="{FF783D2F-81BB-4900-B6C5-13A9548827F1}" presName="sibTrans" presStyleLbl="sibTrans1D1" presStyleIdx="3" presStyleCnt="6"/>
      <dgm:spPr/>
    </dgm:pt>
    <dgm:pt modelId="{CABF2AA5-79C0-E645-91E9-4BF2EB35C9AD}" type="pres">
      <dgm:prSet presAssocID="{FF783D2F-81BB-4900-B6C5-13A9548827F1}" presName="connectorText" presStyleLbl="sibTrans1D1" presStyleIdx="3" presStyleCnt="6"/>
      <dgm:spPr/>
    </dgm:pt>
    <dgm:pt modelId="{3D1BDE4A-6106-0049-8829-65AD84D1663E}" type="pres">
      <dgm:prSet presAssocID="{5728CC3E-9D26-43C3-BCD3-22568414321B}" presName="node" presStyleLbl="node1" presStyleIdx="4" presStyleCnt="7">
        <dgm:presLayoutVars>
          <dgm:bulletEnabled val="1"/>
        </dgm:presLayoutVars>
      </dgm:prSet>
      <dgm:spPr/>
    </dgm:pt>
    <dgm:pt modelId="{EC4E025F-87A9-074C-8B74-A076E20F0EB1}" type="pres">
      <dgm:prSet presAssocID="{0AE7C07E-3D36-413A-80CC-A74DA13B5306}" presName="sibTrans" presStyleLbl="sibTrans1D1" presStyleIdx="4" presStyleCnt="6"/>
      <dgm:spPr/>
    </dgm:pt>
    <dgm:pt modelId="{6895A37A-9A33-AE48-95DB-DB7694147BF5}" type="pres">
      <dgm:prSet presAssocID="{0AE7C07E-3D36-413A-80CC-A74DA13B5306}" presName="connectorText" presStyleLbl="sibTrans1D1" presStyleIdx="4" presStyleCnt="6"/>
      <dgm:spPr/>
    </dgm:pt>
    <dgm:pt modelId="{15CA1E1F-31B7-7640-B12B-B05B8485247F}" type="pres">
      <dgm:prSet presAssocID="{8ED2D2CC-7BC0-465E-9DE2-948BE2A5F6DC}" presName="node" presStyleLbl="node1" presStyleIdx="5" presStyleCnt="7">
        <dgm:presLayoutVars>
          <dgm:bulletEnabled val="1"/>
        </dgm:presLayoutVars>
      </dgm:prSet>
      <dgm:spPr/>
    </dgm:pt>
    <dgm:pt modelId="{B244A5E3-E8E4-384A-AD73-0C653B56FB45}" type="pres">
      <dgm:prSet presAssocID="{2DB75502-8B00-4F59-B826-813E28E121D8}" presName="sibTrans" presStyleLbl="sibTrans1D1" presStyleIdx="5" presStyleCnt="6"/>
      <dgm:spPr/>
    </dgm:pt>
    <dgm:pt modelId="{F31C208D-9A1A-E24F-BD20-00EBBF6275AA}" type="pres">
      <dgm:prSet presAssocID="{2DB75502-8B00-4F59-B826-813E28E121D8}" presName="connectorText" presStyleLbl="sibTrans1D1" presStyleIdx="5" presStyleCnt="6"/>
      <dgm:spPr/>
    </dgm:pt>
    <dgm:pt modelId="{4BCAD7E4-B728-514C-A813-3BB7B0190E71}" type="pres">
      <dgm:prSet presAssocID="{8D67BC11-6C4C-43E1-ACCB-D326A9CFC719}" presName="node" presStyleLbl="node1" presStyleIdx="6" presStyleCnt="7">
        <dgm:presLayoutVars>
          <dgm:bulletEnabled val="1"/>
        </dgm:presLayoutVars>
      </dgm:prSet>
      <dgm:spPr/>
    </dgm:pt>
  </dgm:ptLst>
  <dgm:cxnLst>
    <dgm:cxn modelId="{CEB5AB0A-03A9-7A48-B86C-E5AC3644C2F0}" type="presOf" srcId="{FF783D2F-81BB-4900-B6C5-13A9548827F1}" destId="{CABF2AA5-79C0-E645-91E9-4BF2EB35C9AD}" srcOrd="1" destOrd="0" presId="urn:microsoft.com/office/officeart/2016/7/layout/RepeatingBendingProcessNew"/>
    <dgm:cxn modelId="{77674920-6B60-C249-9905-CA6976EAF85E}" type="presOf" srcId="{D9C56582-950C-4C65-B7B5-1A3A6B4B5C10}" destId="{4B1FCDCA-E127-9F46-A761-6F97989770D2}" srcOrd="1" destOrd="0" presId="urn:microsoft.com/office/officeart/2016/7/layout/RepeatingBendingProcessNew"/>
    <dgm:cxn modelId="{E2DCD627-4F60-6841-B30E-5FB31C47422B}" type="presOf" srcId="{8D67BC11-6C4C-43E1-ACCB-D326A9CFC719}" destId="{4BCAD7E4-B728-514C-A813-3BB7B0190E71}" srcOrd="0" destOrd="0" presId="urn:microsoft.com/office/officeart/2016/7/layout/RepeatingBendingProcessNew"/>
    <dgm:cxn modelId="{DE80532A-4539-3845-8D20-A5C587469C05}" type="presOf" srcId="{5728CC3E-9D26-43C3-BCD3-22568414321B}" destId="{3D1BDE4A-6106-0049-8829-65AD84D1663E}" srcOrd="0" destOrd="0" presId="urn:microsoft.com/office/officeart/2016/7/layout/RepeatingBendingProcessNew"/>
    <dgm:cxn modelId="{47449532-8624-4863-8284-5CC96337CA8E}" srcId="{D6B49644-637B-4F45-9119-1B35B599B34A}" destId="{8D67BC11-6C4C-43E1-ACCB-D326A9CFC719}" srcOrd="6" destOrd="0" parTransId="{5FCCC046-394B-4994-8268-08BEDC69F21C}" sibTransId="{770288C9-DBEC-47D2-9231-5A38DDFB4345}"/>
    <dgm:cxn modelId="{427A4735-85A8-5E44-896B-D4D400DC169E}" type="presOf" srcId="{FF783D2F-81BB-4900-B6C5-13A9548827F1}" destId="{4F3E4138-DF59-8D43-9B83-CE170B21538D}" srcOrd="0" destOrd="0" presId="urn:microsoft.com/office/officeart/2016/7/layout/RepeatingBendingProcessNew"/>
    <dgm:cxn modelId="{F4700839-FDD6-9140-BFAE-55DC5EC77314}" type="presOf" srcId="{E3DB4895-1888-49DB-B5A7-31FA041B160A}" destId="{B494B84A-F8DB-174E-B18A-83AFDDE37E5F}" srcOrd="0" destOrd="0" presId="urn:microsoft.com/office/officeart/2016/7/layout/RepeatingBendingProcessNew"/>
    <dgm:cxn modelId="{8806DF3D-DDA6-CE4E-976F-F5B30EFD2BA8}" type="presOf" srcId="{0AE7C07E-3D36-413A-80CC-A74DA13B5306}" destId="{EC4E025F-87A9-074C-8B74-A076E20F0EB1}" srcOrd="0" destOrd="0" presId="urn:microsoft.com/office/officeart/2016/7/layout/RepeatingBendingProcessNew"/>
    <dgm:cxn modelId="{3364B84E-D520-4AB9-A721-A6E54BD22763}" srcId="{D6B49644-637B-4F45-9119-1B35B599B34A}" destId="{334FA506-868F-4109-8DB7-3DAF450D7427}" srcOrd="1" destOrd="0" parTransId="{A27ED22D-7628-4BDC-9949-6283B17B6FB0}" sibTransId="{D9C56582-950C-4C65-B7B5-1A3A6B4B5C10}"/>
    <dgm:cxn modelId="{5683925C-4AD5-AD49-8C7A-8AE19CB7B74A}" type="presOf" srcId="{D6B49644-637B-4F45-9119-1B35B599B34A}" destId="{A20E1643-F497-664C-BDCC-38AF4FCEB984}" srcOrd="0" destOrd="0" presId="urn:microsoft.com/office/officeart/2016/7/layout/RepeatingBendingProcessNew"/>
    <dgm:cxn modelId="{47167A5D-2838-9542-896A-89A24ED6ACC2}" type="presOf" srcId="{072A87D1-89D5-454F-83DD-76E4DE83C08B}" destId="{D31C3652-B9B1-5C4D-8591-1FBF7F45F52E}" srcOrd="0" destOrd="0" presId="urn:microsoft.com/office/officeart/2016/7/layout/RepeatingBendingProcessNew"/>
    <dgm:cxn modelId="{D9E90666-D348-9A46-9145-5BCB74C25649}" type="presOf" srcId="{2DB75502-8B00-4F59-B826-813E28E121D8}" destId="{F31C208D-9A1A-E24F-BD20-00EBBF6275AA}" srcOrd="1" destOrd="0" presId="urn:microsoft.com/office/officeart/2016/7/layout/RepeatingBendingProcessNew"/>
    <dgm:cxn modelId="{FAA16377-825E-0A4C-BAAE-4CCD0A23F0AA}" type="presOf" srcId="{0AE7C07E-3D36-413A-80CC-A74DA13B5306}" destId="{6895A37A-9A33-AE48-95DB-DB7694147BF5}" srcOrd="1" destOrd="0" presId="urn:microsoft.com/office/officeart/2016/7/layout/RepeatingBendingProcessNew"/>
    <dgm:cxn modelId="{E450C17B-4E6B-4F8C-9EF1-F21574A7BAC4}" srcId="{D6B49644-637B-4F45-9119-1B35B599B34A}" destId="{DB20DB48-3BF4-4428-8156-3A17573AC787}" srcOrd="3" destOrd="0" parTransId="{7DB9D02E-2121-4810-8D28-55D3FA36411B}" sibTransId="{FF783D2F-81BB-4900-B6C5-13A9548827F1}"/>
    <dgm:cxn modelId="{AEEC987C-C9F6-004D-ADEA-A765C4A7F8E1}" type="presOf" srcId="{2DB75502-8B00-4F59-B826-813E28E121D8}" destId="{B244A5E3-E8E4-384A-AD73-0C653B56FB45}" srcOrd="0" destOrd="0" presId="urn:microsoft.com/office/officeart/2016/7/layout/RepeatingBendingProcessNew"/>
    <dgm:cxn modelId="{23B0EC7F-9EB2-FA41-A3D9-C7DEDD699348}" type="presOf" srcId="{D9C56582-950C-4C65-B7B5-1A3A6B4B5C10}" destId="{627A47EC-1664-3B47-8FA7-1C3D0A8E9370}" srcOrd="0" destOrd="0" presId="urn:microsoft.com/office/officeart/2016/7/layout/RepeatingBendingProcessNew"/>
    <dgm:cxn modelId="{4197E98E-38AB-4E5E-ABD9-0161C8F23B26}" srcId="{D6B49644-637B-4F45-9119-1B35B599B34A}" destId="{8ED2D2CC-7BC0-465E-9DE2-948BE2A5F6DC}" srcOrd="5" destOrd="0" parTransId="{15FE025E-B58D-4806-BF42-5C166175BD93}" sibTransId="{2DB75502-8B00-4F59-B826-813E28E121D8}"/>
    <dgm:cxn modelId="{E7F9DA9A-9470-444D-858A-3B1F47E5F70A}" srcId="{D6B49644-637B-4F45-9119-1B35B599B34A}" destId="{072A87D1-89D5-454F-83DD-76E4DE83C08B}" srcOrd="0" destOrd="0" parTransId="{4C3B2C78-0ED0-4EF9-A4C0-CC138A12F9CC}" sibTransId="{CCC61F28-E9A5-4EFB-B8B9-01967508A322}"/>
    <dgm:cxn modelId="{C2463EB1-64C4-B14A-BF69-5EC981DF1043}" type="presOf" srcId="{E3DB4895-1888-49DB-B5A7-31FA041B160A}" destId="{2C8A76E8-8FB2-BD48-A36E-8A08FEF9C464}" srcOrd="1" destOrd="0" presId="urn:microsoft.com/office/officeart/2016/7/layout/RepeatingBendingProcessNew"/>
    <dgm:cxn modelId="{9A41E0BD-48F0-6A4E-8AE7-59E5B63C9D21}" type="presOf" srcId="{CCC61F28-E9A5-4EFB-B8B9-01967508A322}" destId="{F7CC9D3A-73A0-2E41-959B-F7769995F9D5}" srcOrd="1" destOrd="0" presId="urn:microsoft.com/office/officeart/2016/7/layout/RepeatingBendingProcessNew"/>
    <dgm:cxn modelId="{8652D4C0-3142-433C-A34A-BA0DB706534C}" srcId="{D6B49644-637B-4F45-9119-1B35B599B34A}" destId="{5728CC3E-9D26-43C3-BCD3-22568414321B}" srcOrd="4" destOrd="0" parTransId="{C2E1A23B-5F2D-469F-B4D9-34DB71119203}" sibTransId="{0AE7C07E-3D36-413A-80CC-A74DA13B5306}"/>
    <dgm:cxn modelId="{3B865AC2-13BF-EF4D-8754-93B4A50B7381}" type="presOf" srcId="{DB20DB48-3BF4-4428-8156-3A17573AC787}" destId="{8A947156-B4FB-4E44-B037-D479AB224913}" srcOrd="0" destOrd="0" presId="urn:microsoft.com/office/officeart/2016/7/layout/RepeatingBendingProcessNew"/>
    <dgm:cxn modelId="{780168C4-8F71-1243-B1AB-DFD968B9A896}" type="presOf" srcId="{CCC61F28-E9A5-4EFB-B8B9-01967508A322}" destId="{6C63DDDE-1DEF-7546-BF36-E6B309E66BB3}" srcOrd="0" destOrd="0" presId="urn:microsoft.com/office/officeart/2016/7/layout/RepeatingBendingProcessNew"/>
    <dgm:cxn modelId="{F72076C8-15C2-475E-B0CA-79682572C909}" srcId="{D6B49644-637B-4F45-9119-1B35B599B34A}" destId="{C0E76D41-0FDD-4931-80D7-C95A15FB53D2}" srcOrd="2" destOrd="0" parTransId="{99F914E3-DDA1-4112-96B3-7F0A7B57F6E8}" sibTransId="{E3DB4895-1888-49DB-B5A7-31FA041B160A}"/>
    <dgm:cxn modelId="{74F041D1-0D27-8E46-A39F-8B7A111FCA4B}" type="presOf" srcId="{334FA506-868F-4109-8DB7-3DAF450D7427}" destId="{2FB6AFFD-B3DB-E949-BB42-752BB2A8D2AA}" srcOrd="0" destOrd="0" presId="urn:microsoft.com/office/officeart/2016/7/layout/RepeatingBendingProcessNew"/>
    <dgm:cxn modelId="{57CFC6E9-5455-5D49-A3F8-C283143F8011}" type="presOf" srcId="{C0E76D41-0FDD-4931-80D7-C95A15FB53D2}" destId="{D04FDD96-E84C-CF4F-A198-470FBAA8D105}" srcOrd="0" destOrd="0" presId="urn:microsoft.com/office/officeart/2016/7/layout/RepeatingBendingProcessNew"/>
    <dgm:cxn modelId="{3455EAFB-2F0B-C847-B758-42A2FB7689EB}" type="presOf" srcId="{8ED2D2CC-7BC0-465E-9DE2-948BE2A5F6DC}" destId="{15CA1E1F-31B7-7640-B12B-B05B8485247F}" srcOrd="0" destOrd="0" presId="urn:microsoft.com/office/officeart/2016/7/layout/RepeatingBendingProcessNew"/>
    <dgm:cxn modelId="{2803881F-3D7D-DE4B-9C9E-9896113D08BD}" type="presParOf" srcId="{A20E1643-F497-664C-BDCC-38AF4FCEB984}" destId="{D31C3652-B9B1-5C4D-8591-1FBF7F45F52E}" srcOrd="0" destOrd="0" presId="urn:microsoft.com/office/officeart/2016/7/layout/RepeatingBendingProcessNew"/>
    <dgm:cxn modelId="{0294A824-A20F-D14E-B8EC-ABE5E111CA2A}" type="presParOf" srcId="{A20E1643-F497-664C-BDCC-38AF4FCEB984}" destId="{6C63DDDE-1DEF-7546-BF36-E6B309E66BB3}" srcOrd="1" destOrd="0" presId="urn:microsoft.com/office/officeart/2016/7/layout/RepeatingBendingProcessNew"/>
    <dgm:cxn modelId="{53F322C3-0076-C14F-9370-1EFE47DCA3E5}" type="presParOf" srcId="{6C63DDDE-1DEF-7546-BF36-E6B309E66BB3}" destId="{F7CC9D3A-73A0-2E41-959B-F7769995F9D5}" srcOrd="0" destOrd="0" presId="urn:microsoft.com/office/officeart/2016/7/layout/RepeatingBendingProcessNew"/>
    <dgm:cxn modelId="{118A9CFA-4847-6C4A-B9B2-3AD0E7D08D53}" type="presParOf" srcId="{A20E1643-F497-664C-BDCC-38AF4FCEB984}" destId="{2FB6AFFD-B3DB-E949-BB42-752BB2A8D2AA}" srcOrd="2" destOrd="0" presId="urn:microsoft.com/office/officeart/2016/7/layout/RepeatingBendingProcessNew"/>
    <dgm:cxn modelId="{C2721A2F-B3C3-DC4F-91D0-E96C5D1E2031}" type="presParOf" srcId="{A20E1643-F497-664C-BDCC-38AF4FCEB984}" destId="{627A47EC-1664-3B47-8FA7-1C3D0A8E9370}" srcOrd="3" destOrd="0" presId="urn:microsoft.com/office/officeart/2016/7/layout/RepeatingBendingProcessNew"/>
    <dgm:cxn modelId="{6863C922-66EC-904B-A50D-9BD464BF8F9F}" type="presParOf" srcId="{627A47EC-1664-3B47-8FA7-1C3D0A8E9370}" destId="{4B1FCDCA-E127-9F46-A761-6F97989770D2}" srcOrd="0" destOrd="0" presId="urn:microsoft.com/office/officeart/2016/7/layout/RepeatingBendingProcessNew"/>
    <dgm:cxn modelId="{68A93524-6D69-EA4B-8273-067C105B1ECA}" type="presParOf" srcId="{A20E1643-F497-664C-BDCC-38AF4FCEB984}" destId="{D04FDD96-E84C-CF4F-A198-470FBAA8D105}" srcOrd="4" destOrd="0" presId="urn:microsoft.com/office/officeart/2016/7/layout/RepeatingBendingProcessNew"/>
    <dgm:cxn modelId="{D3B318CB-3D4B-9A4C-ABC0-97E6C842775F}" type="presParOf" srcId="{A20E1643-F497-664C-BDCC-38AF4FCEB984}" destId="{B494B84A-F8DB-174E-B18A-83AFDDE37E5F}" srcOrd="5" destOrd="0" presId="urn:microsoft.com/office/officeart/2016/7/layout/RepeatingBendingProcessNew"/>
    <dgm:cxn modelId="{2C237E36-C951-AD47-AE25-CEE3B6CF5BC6}" type="presParOf" srcId="{B494B84A-F8DB-174E-B18A-83AFDDE37E5F}" destId="{2C8A76E8-8FB2-BD48-A36E-8A08FEF9C464}" srcOrd="0" destOrd="0" presId="urn:microsoft.com/office/officeart/2016/7/layout/RepeatingBendingProcessNew"/>
    <dgm:cxn modelId="{7E79F67A-ACDC-3B4A-A08D-DFD5366C7B6A}" type="presParOf" srcId="{A20E1643-F497-664C-BDCC-38AF4FCEB984}" destId="{8A947156-B4FB-4E44-B037-D479AB224913}" srcOrd="6" destOrd="0" presId="urn:microsoft.com/office/officeart/2016/7/layout/RepeatingBendingProcessNew"/>
    <dgm:cxn modelId="{0B370AB2-CD6F-F548-A329-F52B5B6286B0}" type="presParOf" srcId="{A20E1643-F497-664C-BDCC-38AF4FCEB984}" destId="{4F3E4138-DF59-8D43-9B83-CE170B21538D}" srcOrd="7" destOrd="0" presId="urn:microsoft.com/office/officeart/2016/7/layout/RepeatingBendingProcessNew"/>
    <dgm:cxn modelId="{01ED73C5-FE0D-B44D-AC64-49C12B3C655A}" type="presParOf" srcId="{4F3E4138-DF59-8D43-9B83-CE170B21538D}" destId="{CABF2AA5-79C0-E645-91E9-4BF2EB35C9AD}" srcOrd="0" destOrd="0" presId="urn:microsoft.com/office/officeart/2016/7/layout/RepeatingBendingProcessNew"/>
    <dgm:cxn modelId="{A1100464-68CB-B840-8EA8-A8CC039F56F2}" type="presParOf" srcId="{A20E1643-F497-664C-BDCC-38AF4FCEB984}" destId="{3D1BDE4A-6106-0049-8829-65AD84D1663E}" srcOrd="8" destOrd="0" presId="urn:microsoft.com/office/officeart/2016/7/layout/RepeatingBendingProcessNew"/>
    <dgm:cxn modelId="{BA46A32A-6736-E845-8A87-A3CDB27AB9D2}" type="presParOf" srcId="{A20E1643-F497-664C-BDCC-38AF4FCEB984}" destId="{EC4E025F-87A9-074C-8B74-A076E20F0EB1}" srcOrd="9" destOrd="0" presId="urn:microsoft.com/office/officeart/2016/7/layout/RepeatingBendingProcessNew"/>
    <dgm:cxn modelId="{4B3D5E3C-6C55-234A-9117-05236B0C2F35}" type="presParOf" srcId="{EC4E025F-87A9-074C-8B74-A076E20F0EB1}" destId="{6895A37A-9A33-AE48-95DB-DB7694147BF5}" srcOrd="0" destOrd="0" presId="urn:microsoft.com/office/officeart/2016/7/layout/RepeatingBendingProcessNew"/>
    <dgm:cxn modelId="{B44F955B-217C-EE49-9457-6F49334167AF}" type="presParOf" srcId="{A20E1643-F497-664C-BDCC-38AF4FCEB984}" destId="{15CA1E1F-31B7-7640-B12B-B05B8485247F}" srcOrd="10" destOrd="0" presId="urn:microsoft.com/office/officeart/2016/7/layout/RepeatingBendingProcessNew"/>
    <dgm:cxn modelId="{2C83D8DA-3C97-7B44-A152-9A510E474D48}" type="presParOf" srcId="{A20E1643-F497-664C-BDCC-38AF4FCEB984}" destId="{B244A5E3-E8E4-384A-AD73-0C653B56FB45}" srcOrd="11" destOrd="0" presId="urn:microsoft.com/office/officeart/2016/7/layout/RepeatingBendingProcessNew"/>
    <dgm:cxn modelId="{399E3347-0074-C340-956F-7939D74FC0A8}" type="presParOf" srcId="{B244A5E3-E8E4-384A-AD73-0C653B56FB45}" destId="{F31C208D-9A1A-E24F-BD20-00EBBF6275AA}" srcOrd="0" destOrd="0" presId="urn:microsoft.com/office/officeart/2016/7/layout/RepeatingBendingProcessNew"/>
    <dgm:cxn modelId="{C6F7D282-C5D9-1B44-8C1A-DF12F5FE07AE}" type="presParOf" srcId="{A20E1643-F497-664C-BDCC-38AF4FCEB984}" destId="{4BCAD7E4-B728-514C-A813-3BB7B0190E71}" srcOrd="1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B8EB18C-01D3-4738-B2C4-00C6D1ACCDC7}" type="doc">
      <dgm:prSet loTypeId="urn:microsoft.com/office/officeart/2018/2/layout/IconLabelList" loCatId="icon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E23B30D-F09C-4209-9ACB-F7DC4C7A1A5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Each row must contain digits 1–9 without repetition.</a:t>
          </a:r>
          <a:endParaRPr lang="en-US"/>
        </a:p>
      </dgm:t>
    </dgm:pt>
    <dgm:pt modelId="{2368E42D-6847-49B6-9525-566636705BF6}" type="parTrans" cxnId="{A71233D8-C0C1-47E3-9B8F-1E7625CC18DD}">
      <dgm:prSet/>
      <dgm:spPr/>
      <dgm:t>
        <a:bodyPr/>
        <a:lstStyle/>
        <a:p>
          <a:endParaRPr lang="en-US"/>
        </a:p>
      </dgm:t>
    </dgm:pt>
    <dgm:pt modelId="{0487F89F-B8F8-490D-A6D5-A6BEAA261C85}" type="sibTrans" cxnId="{A71233D8-C0C1-47E3-9B8F-1E7625CC18DD}">
      <dgm:prSet phldrT="02"/>
      <dgm:spPr/>
      <dgm:t>
        <a:bodyPr/>
        <a:lstStyle/>
        <a:p>
          <a:endParaRPr lang="en-US"/>
        </a:p>
      </dgm:t>
    </dgm:pt>
    <dgm:pt modelId="{C987EE53-ED69-4DEC-BBA5-3FD0A5ECFFA5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Each column must contain digits 1–9 without repetition.</a:t>
          </a:r>
          <a:endParaRPr lang="en-US" dirty="0"/>
        </a:p>
      </dgm:t>
    </dgm:pt>
    <dgm:pt modelId="{5C17EB9E-4E92-4E14-8BE7-02A8C3B0F455}" type="parTrans" cxnId="{8C883ACB-455A-4768-92FF-9657123616D1}">
      <dgm:prSet/>
      <dgm:spPr/>
      <dgm:t>
        <a:bodyPr/>
        <a:lstStyle/>
        <a:p>
          <a:endParaRPr lang="en-US"/>
        </a:p>
      </dgm:t>
    </dgm:pt>
    <dgm:pt modelId="{BD5D29FA-62B6-464D-9C51-573019529331}" type="sibTrans" cxnId="{8C883ACB-455A-4768-92FF-9657123616D1}">
      <dgm:prSet phldrT="03"/>
      <dgm:spPr/>
      <dgm:t>
        <a:bodyPr/>
        <a:lstStyle/>
        <a:p>
          <a:endParaRPr lang="en-US"/>
        </a:p>
      </dgm:t>
    </dgm:pt>
    <dgm:pt modelId="{CFA413B9-636B-420C-9CD6-81D0AF9C9C72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Each 3×3 box must contain digits 1–9 without repetition.</a:t>
          </a:r>
          <a:endParaRPr lang="en-US" dirty="0"/>
        </a:p>
      </dgm:t>
    </dgm:pt>
    <dgm:pt modelId="{16A5B5E4-B84C-4386-9CFB-3971DA092913}" type="parTrans" cxnId="{C8C2CD49-04D5-42BD-A331-B14E10125280}">
      <dgm:prSet/>
      <dgm:spPr/>
      <dgm:t>
        <a:bodyPr/>
        <a:lstStyle/>
        <a:p>
          <a:endParaRPr lang="en-US"/>
        </a:p>
      </dgm:t>
    </dgm:pt>
    <dgm:pt modelId="{9DE1E7C4-79A9-4839-9697-3CA0442A1F80}" type="sibTrans" cxnId="{C8C2CD49-04D5-42BD-A331-B14E10125280}">
      <dgm:prSet phldrT="04"/>
      <dgm:spPr/>
      <dgm:t>
        <a:bodyPr/>
        <a:lstStyle/>
        <a:p>
          <a:endParaRPr lang="en-US"/>
        </a:p>
      </dgm:t>
    </dgm:pt>
    <dgm:pt modelId="{ECB9936E-945D-4C50-BB8E-E7E39E9096F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Only filled cells matter. The board does not need to be solvable.</a:t>
          </a:r>
          <a:endParaRPr lang="en-US"/>
        </a:p>
      </dgm:t>
    </dgm:pt>
    <dgm:pt modelId="{2AE98596-BF54-40BA-8763-0F3A0E48F7B4}" type="parTrans" cxnId="{BC20A291-576E-4881-A7D0-0E5D3615818A}">
      <dgm:prSet/>
      <dgm:spPr/>
      <dgm:t>
        <a:bodyPr/>
        <a:lstStyle/>
        <a:p>
          <a:endParaRPr lang="en-US"/>
        </a:p>
      </dgm:t>
    </dgm:pt>
    <dgm:pt modelId="{A9FB2F60-3EBA-4449-9DD8-628D1BD1EEC3}" type="sibTrans" cxnId="{BC20A291-576E-4881-A7D0-0E5D3615818A}">
      <dgm:prSet phldrT="05"/>
      <dgm:spPr/>
      <dgm:t>
        <a:bodyPr/>
        <a:lstStyle/>
        <a:p>
          <a:endParaRPr lang="en-US"/>
        </a:p>
      </dgm:t>
    </dgm:pt>
    <dgm:pt modelId="{A4F6A49F-4859-47E8-8242-B7871D67B126}" type="pres">
      <dgm:prSet presAssocID="{CB8EB18C-01D3-4738-B2C4-00C6D1ACCDC7}" presName="root" presStyleCnt="0">
        <dgm:presLayoutVars>
          <dgm:dir/>
          <dgm:resizeHandles val="exact"/>
        </dgm:presLayoutVars>
      </dgm:prSet>
      <dgm:spPr/>
    </dgm:pt>
    <dgm:pt modelId="{7A1840B5-0670-4E3C-95AD-C1092F2011EB}" type="pres">
      <dgm:prSet presAssocID="{7E23B30D-F09C-4209-9ACB-F7DC4C7A1A59}" presName="compNode" presStyleCnt="0"/>
      <dgm:spPr/>
    </dgm:pt>
    <dgm:pt modelId="{232A4FC6-22A9-4D7A-A941-AAE672230F6B}" type="pres">
      <dgm:prSet presAssocID="{7E23B30D-F09C-4209-9ACB-F7DC4C7A1A59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solidFill>
            <a:srgbClr val="002060"/>
          </a:solidFill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106172BF-FDEA-4F48-8179-52DA2F21E385}" type="pres">
      <dgm:prSet presAssocID="{7E23B30D-F09C-4209-9ACB-F7DC4C7A1A59}" presName="spaceRect" presStyleCnt="0"/>
      <dgm:spPr/>
    </dgm:pt>
    <dgm:pt modelId="{C2685F21-5ADC-4E73-B464-DD2CDAF54D19}" type="pres">
      <dgm:prSet presAssocID="{7E23B30D-F09C-4209-9ACB-F7DC4C7A1A59}" presName="textRect" presStyleLbl="revTx" presStyleIdx="0" presStyleCnt="4">
        <dgm:presLayoutVars>
          <dgm:chMax val="1"/>
          <dgm:chPref val="1"/>
        </dgm:presLayoutVars>
      </dgm:prSet>
      <dgm:spPr/>
    </dgm:pt>
    <dgm:pt modelId="{A11C44DA-6F55-4007-907B-44703E1824D3}" type="pres">
      <dgm:prSet presAssocID="{0487F89F-B8F8-490D-A6D5-A6BEAA261C85}" presName="sibTrans" presStyleCnt="0"/>
      <dgm:spPr/>
    </dgm:pt>
    <dgm:pt modelId="{292F3376-B13B-41C8-A98E-7D0232EA4817}" type="pres">
      <dgm:prSet presAssocID="{C987EE53-ED69-4DEC-BBA5-3FD0A5ECFFA5}" presName="compNode" presStyleCnt="0"/>
      <dgm:spPr/>
    </dgm:pt>
    <dgm:pt modelId="{6AD4DBF7-6C73-48C5-B740-628D26AC5EFA}" type="pres">
      <dgm:prSet presAssocID="{C987EE53-ED69-4DEC-BBA5-3FD0A5ECFFA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32FB6E6D-18BF-4324-BBA5-91EC0BCB151A}" type="pres">
      <dgm:prSet presAssocID="{C987EE53-ED69-4DEC-BBA5-3FD0A5ECFFA5}" presName="spaceRect" presStyleCnt="0"/>
      <dgm:spPr/>
    </dgm:pt>
    <dgm:pt modelId="{FD1EE1F1-3C5E-4E63-BA4D-E27ED04224A2}" type="pres">
      <dgm:prSet presAssocID="{C987EE53-ED69-4DEC-BBA5-3FD0A5ECFFA5}" presName="textRect" presStyleLbl="revTx" presStyleIdx="1" presStyleCnt="4">
        <dgm:presLayoutVars>
          <dgm:chMax val="1"/>
          <dgm:chPref val="1"/>
        </dgm:presLayoutVars>
      </dgm:prSet>
      <dgm:spPr/>
    </dgm:pt>
    <dgm:pt modelId="{B09CC346-A391-423F-A204-3A53F99B8DFB}" type="pres">
      <dgm:prSet presAssocID="{BD5D29FA-62B6-464D-9C51-573019529331}" presName="sibTrans" presStyleCnt="0"/>
      <dgm:spPr/>
    </dgm:pt>
    <dgm:pt modelId="{3324DF5A-E965-4325-9901-588A8067CC59}" type="pres">
      <dgm:prSet presAssocID="{CFA413B9-636B-420C-9CD6-81D0AF9C9C72}" presName="compNode" presStyleCnt="0"/>
      <dgm:spPr/>
    </dgm:pt>
    <dgm:pt modelId="{71EB4833-6D5E-4B86-B848-F161668604BB}" type="pres">
      <dgm:prSet presAssocID="{CFA413B9-636B-420C-9CD6-81D0AF9C9C72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dd"/>
        </a:ext>
      </dgm:extLst>
    </dgm:pt>
    <dgm:pt modelId="{3E9BB672-C976-4015-AD11-47A144899816}" type="pres">
      <dgm:prSet presAssocID="{CFA413B9-636B-420C-9CD6-81D0AF9C9C72}" presName="spaceRect" presStyleCnt="0"/>
      <dgm:spPr/>
    </dgm:pt>
    <dgm:pt modelId="{A3CB94DF-CE41-4B40-BCA5-F55986698EE4}" type="pres">
      <dgm:prSet presAssocID="{CFA413B9-636B-420C-9CD6-81D0AF9C9C72}" presName="textRect" presStyleLbl="revTx" presStyleIdx="2" presStyleCnt="4">
        <dgm:presLayoutVars>
          <dgm:chMax val="1"/>
          <dgm:chPref val="1"/>
        </dgm:presLayoutVars>
      </dgm:prSet>
      <dgm:spPr/>
    </dgm:pt>
    <dgm:pt modelId="{61678C9B-DCFB-4D1F-81ED-FC69D653572E}" type="pres">
      <dgm:prSet presAssocID="{9DE1E7C4-79A9-4839-9697-3CA0442A1F80}" presName="sibTrans" presStyleCnt="0"/>
      <dgm:spPr/>
    </dgm:pt>
    <dgm:pt modelId="{89DC5831-3D36-4CB3-9299-CDC9338B0D6E}" type="pres">
      <dgm:prSet presAssocID="{ECB9936E-945D-4C50-BB8E-E7E39E9096FF}" presName="compNode" presStyleCnt="0"/>
      <dgm:spPr/>
    </dgm:pt>
    <dgm:pt modelId="{F9827E7C-AF28-4B6D-BB03-C5314844E3F2}" type="pres">
      <dgm:prSet presAssocID="{ECB9936E-945D-4C50-BB8E-E7E39E9096FF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icroscope"/>
        </a:ext>
      </dgm:extLst>
    </dgm:pt>
    <dgm:pt modelId="{ACD74AD7-DE2F-4496-B8C9-DFEF871A4AB2}" type="pres">
      <dgm:prSet presAssocID="{ECB9936E-945D-4C50-BB8E-E7E39E9096FF}" presName="spaceRect" presStyleCnt="0"/>
      <dgm:spPr/>
    </dgm:pt>
    <dgm:pt modelId="{39D4C72A-9C88-45A9-BE36-549111B28EA2}" type="pres">
      <dgm:prSet presAssocID="{ECB9936E-945D-4C50-BB8E-E7E39E9096F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D80F508-BC2E-494E-8627-CB92458F4A05}" type="presOf" srcId="{CB8EB18C-01D3-4738-B2C4-00C6D1ACCDC7}" destId="{A4F6A49F-4859-47E8-8242-B7871D67B126}" srcOrd="0" destOrd="0" presId="urn:microsoft.com/office/officeart/2018/2/layout/IconLabelList"/>
    <dgm:cxn modelId="{9568BE20-74CA-3443-92B6-632B9602160E}" type="presOf" srcId="{CFA413B9-636B-420C-9CD6-81D0AF9C9C72}" destId="{A3CB94DF-CE41-4B40-BCA5-F55986698EE4}" srcOrd="0" destOrd="0" presId="urn:microsoft.com/office/officeart/2018/2/layout/IconLabelList"/>
    <dgm:cxn modelId="{C8C2CD49-04D5-42BD-A331-B14E10125280}" srcId="{CB8EB18C-01D3-4738-B2C4-00C6D1ACCDC7}" destId="{CFA413B9-636B-420C-9CD6-81D0AF9C9C72}" srcOrd="2" destOrd="0" parTransId="{16A5B5E4-B84C-4386-9CFB-3971DA092913}" sibTransId="{9DE1E7C4-79A9-4839-9697-3CA0442A1F80}"/>
    <dgm:cxn modelId="{E3E69062-FD10-5F4F-9E48-F6B4F8732026}" type="presOf" srcId="{C987EE53-ED69-4DEC-BBA5-3FD0A5ECFFA5}" destId="{FD1EE1F1-3C5E-4E63-BA4D-E27ED04224A2}" srcOrd="0" destOrd="0" presId="urn:microsoft.com/office/officeart/2018/2/layout/IconLabelList"/>
    <dgm:cxn modelId="{BC20A291-576E-4881-A7D0-0E5D3615818A}" srcId="{CB8EB18C-01D3-4738-B2C4-00C6D1ACCDC7}" destId="{ECB9936E-945D-4C50-BB8E-E7E39E9096FF}" srcOrd="3" destOrd="0" parTransId="{2AE98596-BF54-40BA-8763-0F3A0E48F7B4}" sibTransId="{A9FB2F60-3EBA-4449-9DD8-628D1BD1EEC3}"/>
    <dgm:cxn modelId="{22F66AC5-993A-8744-A21E-E3A2249F9886}" type="presOf" srcId="{7E23B30D-F09C-4209-9ACB-F7DC4C7A1A59}" destId="{C2685F21-5ADC-4E73-B464-DD2CDAF54D19}" srcOrd="0" destOrd="0" presId="urn:microsoft.com/office/officeart/2018/2/layout/IconLabelList"/>
    <dgm:cxn modelId="{8C883ACB-455A-4768-92FF-9657123616D1}" srcId="{CB8EB18C-01D3-4738-B2C4-00C6D1ACCDC7}" destId="{C987EE53-ED69-4DEC-BBA5-3FD0A5ECFFA5}" srcOrd="1" destOrd="0" parTransId="{5C17EB9E-4E92-4E14-8BE7-02A8C3B0F455}" sibTransId="{BD5D29FA-62B6-464D-9C51-573019529331}"/>
    <dgm:cxn modelId="{A71233D8-C0C1-47E3-9B8F-1E7625CC18DD}" srcId="{CB8EB18C-01D3-4738-B2C4-00C6D1ACCDC7}" destId="{7E23B30D-F09C-4209-9ACB-F7DC4C7A1A59}" srcOrd="0" destOrd="0" parTransId="{2368E42D-6847-49B6-9525-566636705BF6}" sibTransId="{0487F89F-B8F8-490D-A6D5-A6BEAA261C85}"/>
    <dgm:cxn modelId="{CF360BFF-480D-7B45-B147-51BE48A24D61}" type="presOf" srcId="{ECB9936E-945D-4C50-BB8E-E7E39E9096FF}" destId="{39D4C72A-9C88-45A9-BE36-549111B28EA2}" srcOrd="0" destOrd="0" presId="urn:microsoft.com/office/officeart/2018/2/layout/IconLabelList"/>
    <dgm:cxn modelId="{E0F290F2-22DA-C243-A069-58638E151FEC}" type="presParOf" srcId="{A4F6A49F-4859-47E8-8242-B7871D67B126}" destId="{7A1840B5-0670-4E3C-95AD-C1092F2011EB}" srcOrd="0" destOrd="0" presId="urn:microsoft.com/office/officeart/2018/2/layout/IconLabelList"/>
    <dgm:cxn modelId="{AB96A1B3-1A9A-D24F-83EF-CC2A21CBBEBC}" type="presParOf" srcId="{7A1840B5-0670-4E3C-95AD-C1092F2011EB}" destId="{232A4FC6-22A9-4D7A-A941-AAE672230F6B}" srcOrd="0" destOrd="0" presId="urn:microsoft.com/office/officeart/2018/2/layout/IconLabelList"/>
    <dgm:cxn modelId="{04CC7CE5-1CA9-8D42-8F75-C3BB6966D07C}" type="presParOf" srcId="{7A1840B5-0670-4E3C-95AD-C1092F2011EB}" destId="{106172BF-FDEA-4F48-8179-52DA2F21E385}" srcOrd="1" destOrd="0" presId="urn:microsoft.com/office/officeart/2018/2/layout/IconLabelList"/>
    <dgm:cxn modelId="{D5649E8F-FF9C-A24F-BFEB-4726931C31A6}" type="presParOf" srcId="{7A1840B5-0670-4E3C-95AD-C1092F2011EB}" destId="{C2685F21-5ADC-4E73-B464-DD2CDAF54D19}" srcOrd="2" destOrd="0" presId="urn:microsoft.com/office/officeart/2018/2/layout/IconLabelList"/>
    <dgm:cxn modelId="{006328E5-5601-0A4C-AC85-7994C14E195A}" type="presParOf" srcId="{A4F6A49F-4859-47E8-8242-B7871D67B126}" destId="{A11C44DA-6F55-4007-907B-44703E1824D3}" srcOrd="1" destOrd="0" presId="urn:microsoft.com/office/officeart/2018/2/layout/IconLabelList"/>
    <dgm:cxn modelId="{00877B5E-5B29-2A46-A67D-749547AFBE75}" type="presParOf" srcId="{A4F6A49F-4859-47E8-8242-B7871D67B126}" destId="{292F3376-B13B-41C8-A98E-7D0232EA4817}" srcOrd="2" destOrd="0" presId="urn:microsoft.com/office/officeart/2018/2/layout/IconLabelList"/>
    <dgm:cxn modelId="{81345FC6-30D9-C94A-9011-46F6D84C8311}" type="presParOf" srcId="{292F3376-B13B-41C8-A98E-7D0232EA4817}" destId="{6AD4DBF7-6C73-48C5-B740-628D26AC5EFA}" srcOrd="0" destOrd="0" presId="urn:microsoft.com/office/officeart/2018/2/layout/IconLabelList"/>
    <dgm:cxn modelId="{38C3817A-D2A7-6B47-BF99-1FC04EE58F7E}" type="presParOf" srcId="{292F3376-B13B-41C8-A98E-7D0232EA4817}" destId="{32FB6E6D-18BF-4324-BBA5-91EC0BCB151A}" srcOrd="1" destOrd="0" presId="urn:microsoft.com/office/officeart/2018/2/layout/IconLabelList"/>
    <dgm:cxn modelId="{D393CB19-E282-8D47-A4BE-99A33817B22F}" type="presParOf" srcId="{292F3376-B13B-41C8-A98E-7D0232EA4817}" destId="{FD1EE1F1-3C5E-4E63-BA4D-E27ED04224A2}" srcOrd="2" destOrd="0" presId="urn:microsoft.com/office/officeart/2018/2/layout/IconLabelList"/>
    <dgm:cxn modelId="{7EC768F7-7567-704C-B11B-EEA8EC8F7683}" type="presParOf" srcId="{A4F6A49F-4859-47E8-8242-B7871D67B126}" destId="{B09CC346-A391-423F-A204-3A53F99B8DFB}" srcOrd="3" destOrd="0" presId="urn:microsoft.com/office/officeart/2018/2/layout/IconLabelList"/>
    <dgm:cxn modelId="{81938BB9-5582-A24E-94AC-F2024B74D732}" type="presParOf" srcId="{A4F6A49F-4859-47E8-8242-B7871D67B126}" destId="{3324DF5A-E965-4325-9901-588A8067CC59}" srcOrd="4" destOrd="0" presId="urn:microsoft.com/office/officeart/2018/2/layout/IconLabelList"/>
    <dgm:cxn modelId="{08DC4019-DE6E-554D-97D1-D5CFDFBCF00B}" type="presParOf" srcId="{3324DF5A-E965-4325-9901-588A8067CC59}" destId="{71EB4833-6D5E-4B86-B848-F161668604BB}" srcOrd="0" destOrd="0" presId="urn:microsoft.com/office/officeart/2018/2/layout/IconLabelList"/>
    <dgm:cxn modelId="{80FED9A7-F6B4-9C4B-9FEC-0E0C8FDE1AAA}" type="presParOf" srcId="{3324DF5A-E965-4325-9901-588A8067CC59}" destId="{3E9BB672-C976-4015-AD11-47A144899816}" srcOrd="1" destOrd="0" presId="urn:microsoft.com/office/officeart/2018/2/layout/IconLabelList"/>
    <dgm:cxn modelId="{9727D20F-9BDC-C540-87B9-2EE8567039A5}" type="presParOf" srcId="{3324DF5A-E965-4325-9901-588A8067CC59}" destId="{A3CB94DF-CE41-4B40-BCA5-F55986698EE4}" srcOrd="2" destOrd="0" presId="urn:microsoft.com/office/officeart/2018/2/layout/IconLabelList"/>
    <dgm:cxn modelId="{CDBB0277-A21B-1F40-88C9-1970AEF0F22B}" type="presParOf" srcId="{A4F6A49F-4859-47E8-8242-B7871D67B126}" destId="{61678C9B-DCFB-4D1F-81ED-FC69D653572E}" srcOrd="5" destOrd="0" presId="urn:microsoft.com/office/officeart/2018/2/layout/IconLabelList"/>
    <dgm:cxn modelId="{493DC7C3-E6B3-5847-A42C-CA136B104599}" type="presParOf" srcId="{A4F6A49F-4859-47E8-8242-B7871D67B126}" destId="{89DC5831-3D36-4CB3-9299-CDC9338B0D6E}" srcOrd="6" destOrd="0" presId="urn:microsoft.com/office/officeart/2018/2/layout/IconLabelList"/>
    <dgm:cxn modelId="{99493C5E-645F-9B41-82EB-5CD5702B8606}" type="presParOf" srcId="{89DC5831-3D36-4CB3-9299-CDC9338B0D6E}" destId="{F9827E7C-AF28-4B6D-BB03-C5314844E3F2}" srcOrd="0" destOrd="0" presId="urn:microsoft.com/office/officeart/2018/2/layout/IconLabelList"/>
    <dgm:cxn modelId="{9CA4FD8C-F980-4148-BBCF-2A14815BD7D2}" type="presParOf" srcId="{89DC5831-3D36-4CB3-9299-CDC9338B0D6E}" destId="{ACD74AD7-DE2F-4496-B8C9-DFEF871A4AB2}" srcOrd="1" destOrd="0" presId="urn:microsoft.com/office/officeart/2018/2/layout/IconLabelList"/>
    <dgm:cxn modelId="{63580278-1E7D-334D-9B53-C6B083ACCAE1}" type="presParOf" srcId="{89DC5831-3D36-4CB3-9299-CDC9338B0D6E}" destId="{39D4C72A-9C88-45A9-BE36-549111B28EA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DF6C0F7-D407-41D1-BC38-0A135CC89C7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5_2" csCatId="accent5" phldr="1"/>
      <dgm:spPr/>
      <dgm:t>
        <a:bodyPr/>
        <a:lstStyle/>
        <a:p>
          <a:endParaRPr lang="en-US"/>
        </a:p>
      </dgm:t>
    </dgm:pt>
    <dgm:pt modelId="{E943251B-E339-4C1C-902C-85619F9B8A2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Snippet A = Human, competitive-programming style</a:t>
          </a:r>
          <a:endParaRPr lang="en-US" dirty="0"/>
        </a:p>
      </dgm:t>
    </dgm:pt>
    <dgm:pt modelId="{379BB954-1503-40AB-9D35-EF3CD98D4834}" type="parTrans" cxnId="{76697A86-A2E1-4E7D-A467-5C6DC50068DE}">
      <dgm:prSet/>
      <dgm:spPr/>
      <dgm:t>
        <a:bodyPr/>
        <a:lstStyle/>
        <a:p>
          <a:endParaRPr lang="en-US"/>
        </a:p>
      </dgm:t>
    </dgm:pt>
    <dgm:pt modelId="{046BE78F-F765-46D9-B60F-52AF47EB17D1}" type="sibTrans" cxnId="{76697A86-A2E1-4E7D-A467-5C6DC50068DE}">
      <dgm:prSet/>
      <dgm:spPr/>
      <dgm:t>
        <a:bodyPr/>
        <a:lstStyle/>
        <a:p>
          <a:endParaRPr lang="en-US"/>
        </a:p>
      </dgm:t>
    </dgm:pt>
    <dgm:pt modelId="{3C3B3764-973B-4A79-A8F5-5B3B7A2C9E50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Snippet B = AI, clean-code style </a:t>
          </a:r>
          <a:endParaRPr lang="en-US"/>
        </a:p>
      </dgm:t>
    </dgm:pt>
    <dgm:pt modelId="{2CC76F83-11B4-46F8-BE45-93F542E09966}" type="parTrans" cxnId="{363FDFE8-61BD-4DC6-8278-56CE15976941}">
      <dgm:prSet/>
      <dgm:spPr/>
      <dgm:t>
        <a:bodyPr/>
        <a:lstStyle/>
        <a:p>
          <a:endParaRPr lang="en-US"/>
        </a:p>
      </dgm:t>
    </dgm:pt>
    <dgm:pt modelId="{E88EDB20-5687-4C50-856C-EBF0C67FB933}" type="sibTrans" cxnId="{363FDFE8-61BD-4DC6-8278-56CE15976941}">
      <dgm:prSet/>
      <dgm:spPr/>
      <dgm:t>
        <a:bodyPr/>
        <a:lstStyle/>
        <a:p>
          <a:endParaRPr lang="en-US"/>
        </a:p>
      </dgm:t>
    </dgm:pt>
    <dgm:pt modelId="{C67AA8A8-1FCC-4F71-9023-44E15C5F1D86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Both are correct. Same algorithmic complexity. But they create different review experiences.</a:t>
          </a:r>
          <a:endParaRPr lang="en-US"/>
        </a:p>
      </dgm:t>
    </dgm:pt>
    <dgm:pt modelId="{D8E89D43-79FA-4F87-A8B9-922EBF1E4816}" type="parTrans" cxnId="{50A5B897-55C3-41BE-87AF-CD3D440CD6EE}">
      <dgm:prSet/>
      <dgm:spPr/>
      <dgm:t>
        <a:bodyPr/>
        <a:lstStyle/>
        <a:p>
          <a:endParaRPr lang="en-US"/>
        </a:p>
      </dgm:t>
    </dgm:pt>
    <dgm:pt modelId="{B3092481-888C-4B82-8136-34E47671343A}" type="sibTrans" cxnId="{50A5B897-55C3-41BE-87AF-CD3D440CD6EE}">
      <dgm:prSet/>
      <dgm:spPr/>
      <dgm:t>
        <a:bodyPr/>
        <a:lstStyle/>
        <a:p>
          <a:endParaRPr lang="en-US"/>
        </a:p>
      </dgm:t>
    </dgm:pt>
    <dgm:pt modelId="{EC701473-F6A6-44EB-B865-40FD7146DBBB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Key connection to report:</a:t>
          </a:r>
          <a:br>
            <a:rPr lang="en-GB"/>
          </a:br>
          <a:r>
            <a:rPr lang="en-GB"/>
            <a:t>AI code may look clean, but engineers still need to review correctness, maintainability, context fit, and long-term design.</a:t>
          </a:r>
          <a:endParaRPr lang="en-US"/>
        </a:p>
      </dgm:t>
    </dgm:pt>
    <dgm:pt modelId="{A0958253-C9B6-42BB-BBD9-9172505C67D1}" type="parTrans" cxnId="{FE96DB2C-CA97-4D52-973D-0016809383FA}">
      <dgm:prSet/>
      <dgm:spPr/>
      <dgm:t>
        <a:bodyPr/>
        <a:lstStyle/>
        <a:p>
          <a:endParaRPr lang="en-US"/>
        </a:p>
      </dgm:t>
    </dgm:pt>
    <dgm:pt modelId="{4352BEE5-5F3C-418B-BA0B-3D70DA4876E8}" type="sibTrans" cxnId="{FE96DB2C-CA97-4D52-973D-0016809383FA}">
      <dgm:prSet/>
      <dgm:spPr/>
      <dgm:t>
        <a:bodyPr/>
        <a:lstStyle/>
        <a:p>
          <a:endParaRPr lang="en-US"/>
        </a:p>
      </dgm:t>
    </dgm:pt>
    <dgm:pt modelId="{0F957EF0-F818-4842-A682-89F61357BE81}" type="pres">
      <dgm:prSet presAssocID="{EDF6C0F7-D407-41D1-BC38-0A135CC89C7E}" presName="root" presStyleCnt="0">
        <dgm:presLayoutVars>
          <dgm:dir/>
          <dgm:resizeHandles val="exact"/>
        </dgm:presLayoutVars>
      </dgm:prSet>
      <dgm:spPr/>
    </dgm:pt>
    <dgm:pt modelId="{7D5351F7-0EBA-4311-9562-D760045110E8}" type="pres">
      <dgm:prSet presAssocID="{E943251B-E339-4C1C-902C-85619F9B8A28}" presName="compNode" presStyleCnt="0"/>
      <dgm:spPr/>
    </dgm:pt>
    <dgm:pt modelId="{697C8B2E-FC92-42F3-B69A-790AFAB0E1C2}" type="pres">
      <dgm:prSet presAssocID="{E943251B-E339-4C1C-902C-85619F9B8A28}" presName="bgRect" presStyleLbl="bgShp" presStyleIdx="0" presStyleCnt="4"/>
      <dgm:spPr/>
    </dgm:pt>
    <dgm:pt modelId="{17E059C2-524B-4488-A0CE-23B5707CE36E}" type="pres">
      <dgm:prSet presAssocID="{E943251B-E339-4C1C-902C-85619F9B8A28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646029E4-5423-4E86-9A4E-650E467DB855}" type="pres">
      <dgm:prSet presAssocID="{E943251B-E339-4C1C-902C-85619F9B8A28}" presName="spaceRect" presStyleCnt="0"/>
      <dgm:spPr/>
    </dgm:pt>
    <dgm:pt modelId="{FA485DE0-4A5B-47D5-81D0-C40BE892808D}" type="pres">
      <dgm:prSet presAssocID="{E943251B-E339-4C1C-902C-85619F9B8A28}" presName="parTx" presStyleLbl="revTx" presStyleIdx="0" presStyleCnt="4">
        <dgm:presLayoutVars>
          <dgm:chMax val="0"/>
          <dgm:chPref val="0"/>
        </dgm:presLayoutVars>
      </dgm:prSet>
      <dgm:spPr/>
    </dgm:pt>
    <dgm:pt modelId="{8EAFF691-288C-4264-95E6-1C2A36F80BC3}" type="pres">
      <dgm:prSet presAssocID="{046BE78F-F765-46D9-B60F-52AF47EB17D1}" presName="sibTrans" presStyleCnt="0"/>
      <dgm:spPr/>
    </dgm:pt>
    <dgm:pt modelId="{17BC232B-3BFE-4C6F-93EC-363B05DA2FFC}" type="pres">
      <dgm:prSet presAssocID="{3C3B3764-973B-4A79-A8F5-5B3B7A2C9E50}" presName="compNode" presStyleCnt="0"/>
      <dgm:spPr/>
    </dgm:pt>
    <dgm:pt modelId="{06703701-DA22-4948-877E-07B21C05EE8C}" type="pres">
      <dgm:prSet presAssocID="{3C3B3764-973B-4A79-A8F5-5B3B7A2C9E50}" presName="bgRect" presStyleLbl="bgShp" presStyleIdx="1" presStyleCnt="4"/>
      <dgm:spPr/>
    </dgm:pt>
    <dgm:pt modelId="{8DFF7931-23E2-46F9-B079-492E20AF0F06}" type="pres">
      <dgm:prSet presAssocID="{3C3B3764-973B-4A79-A8F5-5B3B7A2C9E50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A7BA2C2F-5582-49A8-9BA3-1888E368E0D2}" type="pres">
      <dgm:prSet presAssocID="{3C3B3764-973B-4A79-A8F5-5B3B7A2C9E50}" presName="spaceRect" presStyleCnt="0"/>
      <dgm:spPr/>
    </dgm:pt>
    <dgm:pt modelId="{3808A2D4-2605-453A-BA1D-D1D0C847ED2A}" type="pres">
      <dgm:prSet presAssocID="{3C3B3764-973B-4A79-A8F5-5B3B7A2C9E50}" presName="parTx" presStyleLbl="revTx" presStyleIdx="1" presStyleCnt="4">
        <dgm:presLayoutVars>
          <dgm:chMax val="0"/>
          <dgm:chPref val="0"/>
        </dgm:presLayoutVars>
      </dgm:prSet>
      <dgm:spPr/>
    </dgm:pt>
    <dgm:pt modelId="{85E32B40-CCD6-4C14-8E62-4D2CA279CF8D}" type="pres">
      <dgm:prSet presAssocID="{E88EDB20-5687-4C50-856C-EBF0C67FB933}" presName="sibTrans" presStyleCnt="0"/>
      <dgm:spPr/>
    </dgm:pt>
    <dgm:pt modelId="{7BFAFADC-F55F-4C3F-BC81-093AFF0E3AF1}" type="pres">
      <dgm:prSet presAssocID="{C67AA8A8-1FCC-4F71-9023-44E15C5F1D86}" presName="compNode" presStyleCnt="0"/>
      <dgm:spPr/>
    </dgm:pt>
    <dgm:pt modelId="{C15433A4-4A8E-48C7-B2C3-78EB0E432455}" type="pres">
      <dgm:prSet presAssocID="{C67AA8A8-1FCC-4F71-9023-44E15C5F1D86}" presName="bgRect" presStyleLbl="bgShp" presStyleIdx="2" presStyleCnt="4"/>
      <dgm:spPr/>
    </dgm:pt>
    <dgm:pt modelId="{8F580B8D-C9ED-4AA1-B741-138CD1F71113}" type="pres">
      <dgm:prSet presAssocID="{C67AA8A8-1FCC-4F71-9023-44E15C5F1D86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3A042F96-DB1B-4A91-9153-B8519C632CE2}" type="pres">
      <dgm:prSet presAssocID="{C67AA8A8-1FCC-4F71-9023-44E15C5F1D86}" presName="spaceRect" presStyleCnt="0"/>
      <dgm:spPr/>
    </dgm:pt>
    <dgm:pt modelId="{6FAA9D52-9E48-43A7-9914-CA2A571625A4}" type="pres">
      <dgm:prSet presAssocID="{C67AA8A8-1FCC-4F71-9023-44E15C5F1D86}" presName="parTx" presStyleLbl="revTx" presStyleIdx="2" presStyleCnt="4">
        <dgm:presLayoutVars>
          <dgm:chMax val="0"/>
          <dgm:chPref val="0"/>
        </dgm:presLayoutVars>
      </dgm:prSet>
      <dgm:spPr/>
    </dgm:pt>
    <dgm:pt modelId="{70588530-5A35-4E74-8A5F-5AECAD172FEB}" type="pres">
      <dgm:prSet presAssocID="{B3092481-888C-4B82-8136-34E47671343A}" presName="sibTrans" presStyleCnt="0"/>
      <dgm:spPr/>
    </dgm:pt>
    <dgm:pt modelId="{7E101F08-4E7F-4CED-AC18-48A4DA3BA154}" type="pres">
      <dgm:prSet presAssocID="{EC701473-F6A6-44EB-B865-40FD7146DBBB}" presName="compNode" presStyleCnt="0"/>
      <dgm:spPr/>
    </dgm:pt>
    <dgm:pt modelId="{904544EC-7A0E-407D-94E2-7DC905B1C02A}" type="pres">
      <dgm:prSet presAssocID="{EC701473-F6A6-44EB-B865-40FD7146DBBB}" presName="bgRect" presStyleLbl="bgShp" presStyleIdx="3" presStyleCnt="4"/>
      <dgm:spPr/>
    </dgm:pt>
    <dgm:pt modelId="{E4D6C95E-C98C-439B-83FE-0BB2912C64B3}" type="pres">
      <dgm:prSet presAssocID="{EC701473-F6A6-44EB-B865-40FD7146DBBB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24C7AC22-BB3F-4804-B359-73844F1C8D1F}" type="pres">
      <dgm:prSet presAssocID="{EC701473-F6A6-44EB-B865-40FD7146DBBB}" presName="spaceRect" presStyleCnt="0"/>
      <dgm:spPr/>
    </dgm:pt>
    <dgm:pt modelId="{5FBE97E4-91F4-4FA5-9C91-5823418A9580}" type="pres">
      <dgm:prSet presAssocID="{EC701473-F6A6-44EB-B865-40FD7146DBB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B457B02-CD03-4CFA-9BFD-7DF98403F3AD}" type="presOf" srcId="{3C3B3764-973B-4A79-A8F5-5B3B7A2C9E50}" destId="{3808A2D4-2605-453A-BA1D-D1D0C847ED2A}" srcOrd="0" destOrd="0" presId="urn:microsoft.com/office/officeart/2018/2/layout/IconVerticalSolidList"/>
    <dgm:cxn modelId="{FE96DB2C-CA97-4D52-973D-0016809383FA}" srcId="{EDF6C0F7-D407-41D1-BC38-0A135CC89C7E}" destId="{EC701473-F6A6-44EB-B865-40FD7146DBBB}" srcOrd="3" destOrd="0" parTransId="{A0958253-C9B6-42BB-BBD9-9172505C67D1}" sibTransId="{4352BEE5-5F3C-418B-BA0B-3D70DA4876E8}"/>
    <dgm:cxn modelId="{F582EE6F-C1CC-4E3A-B1F1-A58F62E88724}" type="presOf" srcId="{EDF6C0F7-D407-41D1-BC38-0A135CC89C7E}" destId="{0F957EF0-F818-4842-A682-89F61357BE81}" srcOrd="0" destOrd="0" presId="urn:microsoft.com/office/officeart/2018/2/layout/IconVerticalSolidList"/>
    <dgm:cxn modelId="{76697A86-A2E1-4E7D-A467-5C6DC50068DE}" srcId="{EDF6C0F7-D407-41D1-BC38-0A135CC89C7E}" destId="{E943251B-E339-4C1C-902C-85619F9B8A28}" srcOrd="0" destOrd="0" parTransId="{379BB954-1503-40AB-9D35-EF3CD98D4834}" sibTransId="{046BE78F-F765-46D9-B60F-52AF47EB17D1}"/>
    <dgm:cxn modelId="{50A5B897-55C3-41BE-87AF-CD3D440CD6EE}" srcId="{EDF6C0F7-D407-41D1-BC38-0A135CC89C7E}" destId="{C67AA8A8-1FCC-4F71-9023-44E15C5F1D86}" srcOrd="2" destOrd="0" parTransId="{D8E89D43-79FA-4F87-A8B9-922EBF1E4816}" sibTransId="{B3092481-888C-4B82-8136-34E47671343A}"/>
    <dgm:cxn modelId="{3F200CAB-765E-4C3C-91C6-232CB69DA999}" type="presOf" srcId="{C67AA8A8-1FCC-4F71-9023-44E15C5F1D86}" destId="{6FAA9D52-9E48-43A7-9914-CA2A571625A4}" srcOrd="0" destOrd="0" presId="urn:microsoft.com/office/officeart/2018/2/layout/IconVerticalSolidList"/>
    <dgm:cxn modelId="{6044D5D0-E75E-4C7C-99DA-49B871B1EC8F}" type="presOf" srcId="{E943251B-E339-4C1C-902C-85619F9B8A28}" destId="{FA485DE0-4A5B-47D5-81D0-C40BE892808D}" srcOrd="0" destOrd="0" presId="urn:microsoft.com/office/officeart/2018/2/layout/IconVerticalSolidList"/>
    <dgm:cxn modelId="{DE4FD0E0-BD94-4BC5-A32D-8A925F371D4F}" type="presOf" srcId="{EC701473-F6A6-44EB-B865-40FD7146DBBB}" destId="{5FBE97E4-91F4-4FA5-9C91-5823418A9580}" srcOrd="0" destOrd="0" presId="urn:microsoft.com/office/officeart/2018/2/layout/IconVerticalSolidList"/>
    <dgm:cxn modelId="{363FDFE8-61BD-4DC6-8278-56CE15976941}" srcId="{EDF6C0F7-D407-41D1-BC38-0A135CC89C7E}" destId="{3C3B3764-973B-4A79-A8F5-5B3B7A2C9E50}" srcOrd="1" destOrd="0" parTransId="{2CC76F83-11B4-46F8-BE45-93F542E09966}" sibTransId="{E88EDB20-5687-4C50-856C-EBF0C67FB933}"/>
    <dgm:cxn modelId="{03ED754E-9E3A-45E8-B359-D46F7E6D5182}" type="presParOf" srcId="{0F957EF0-F818-4842-A682-89F61357BE81}" destId="{7D5351F7-0EBA-4311-9562-D760045110E8}" srcOrd="0" destOrd="0" presId="urn:microsoft.com/office/officeart/2018/2/layout/IconVerticalSolidList"/>
    <dgm:cxn modelId="{A7888812-93BD-4432-B147-A4DBBEC1E71E}" type="presParOf" srcId="{7D5351F7-0EBA-4311-9562-D760045110E8}" destId="{697C8B2E-FC92-42F3-B69A-790AFAB0E1C2}" srcOrd="0" destOrd="0" presId="urn:microsoft.com/office/officeart/2018/2/layout/IconVerticalSolidList"/>
    <dgm:cxn modelId="{6BB6D882-792F-4E85-8ACC-A01C96BE7D40}" type="presParOf" srcId="{7D5351F7-0EBA-4311-9562-D760045110E8}" destId="{17E059C2-524B-4488-A0CE-23B5707CE36E}" srcOrd="1" destOrd="0" presId="urn:microsoft.com/office/officeart/2018/2/layout/IconVerticalSolidList"/>
    <dgm:cxn modelId="{88FF17B1-EA41-4F5C-B9A2-0F6598F73CE7}" type="presParOf" srcId="{7D5351F7-0EBA-4311-9562-D760045110E8}" destId="{646029E4-5423-4E86-9A4E-650E467DB855}" srcOrd="2" destOrd="0" presId="urn:microsoft.com/office/officeart/2018/2/layout/IconVerticalSolidList"/>
    <dgm:cxn modelId="{E36A7DBE-C318-4682-8E4C-43016032E0A8}" type="presParOf" srcId="{7D5351F7-0EBA-4311-9562-D760045110E8}" destId="{FA485DE0-4A5B-47D5-81D0-C40BE892808D}" srcOrd="3" destOrd="0" presId="urn:microsoft.com/office/officeart/2018/2/layout/IconVerticalSolidList"/>
    <dgm:cxn modelId="{480E6B8D-C501-437C-830F-13A1EFD0123E}" type="presParOf" srcId="{0F957EF0-F818-4842-A682-89F61357BE81}" destId="{8EAFF691-288C-4264-95E6-1C2A36F80BC3}" srcOrd="1" destOrd="0" presId="urn:microsoft.com/office/officeart/2018/2/layout/IconVerticalSolidList"/>
    <dgm:cxn modelId="{614C1333-67DD-45B2-AE22-80739C05CE22}" type="presParOf" srcId="{0F957EF0-F818-4842-A682-89F61357BE81}" destId="{17BC232B-3BFE-4C6F-93EC-363B05DA2FFC}" srcOrd="2" destOrd="0" presId="urn:microsoft.com/office/officeart/2018/2/layout/IconVerticalSolidList"/>
    <dgm:cxn modelId="{BC7AFFC4-F321-447E-BBE0-1E1ED778DBEA}" type="presParOf" srcId="{17BC232B-3BFE-4C6F-93EC-363B05DA2FFC}" destId="{06703701-DA22-4948-877E-07B21C05EE8C}" srcOrd="0" destOrd="0" presId="urn:microsoft.com/office/officeart/2018/2/layout/IconVerticalSolidList"/>
    <dgm:cxn modelId="{E75C0027-9AC2-44A6-B5F5-18218DAC0F44}" type="presParOf" srcId="{17BC232B-3BFE-4C6F-93EC-363B05DA2FFC}" destId="{8DFF7931-23E2-46F9-B079-492E20AF0F06}" srcOrd="1" destOrd="0" presId="urn:microsoft.com/office/officeart/2018/2/layout/IconVerticalSolidList"/>
    <dgm:cxn modelId="{0DE549BC-D347-4DE2-9391-70EC80FF1ECE}" type="presParOf" srcId="{17BC232B-3BFE-4C6F-93EC-363B05DA2FFC}" destId="{A7BA2C2F-5582-49A8-9BA3-1888E368E0D2}" srcOrd="2" destOrd="0" presId="urn:microsoft.com/office/officeart/2018/2/layout/IconVerticalSolidList"/>
    <dgm:cxn modelId="{1BE6DC3A-22A1-4D03-B08B-5BC233ED3D2D}" type="presParOf" srcId="{17BC232B-3BFE-4C6F-93EC-363B05DA2FFC}" destId="{3808A2D4-2605-453A-BA1D-D1D0C847ED2A}" srcOrd="3" destOrd="0" presId="urn:microsoft.com/office/officeart/2018/2/layout/IconVerticalSolidList"/>
    <dgm:cxn modelId="{C0354F5B-CAFB-43DA-BC96-635FF72C6936}" type="presParOf" srcId="{0F957EF0-F818-4842-A682-89F61357BE81}" destId="{85E32B40-CCD6-4C14-8E62-4D2CA279CF8D}" srcOrd="3" destOrd="0" presId="urn:microsoft.com/office/officeart/2018/2/layout/IconVerticalSolidList"/>
    <dgm:cxn modelId="{93D8A28B-CD84-4C26-96D2-6E6A9C2E31E3}" type="presParOf" srcId="{0F957EF0-F818-4842-A682-89F61357BE81}" destId="{7BFAFADC-F55F-4C3F-BC81-093AFF0E3AF1}" srcOrd="4" destOrd="0" presId="urn:microsoft.com/office/officeart/2018/2/layout/IconVerticalSolidList"/>
    <dgm:cxn modelId="{2815608B-05C4-4C21-BAD6-2CF058C8A332}" type="presParOf" srcId="{7BFAFADC-F55F-4C3F-BC81-093AFF0E3AF1}" destId="{C15433A4-4A8E-48C7-B2C3-78EB0E432455}" srcOrd="0" destOrd="0" presId="urn:microsoft.com/office/officeart/2018/2/layout/IconVerticalSolidList"/>
    <dgm:cxn modelId="{FCAFFC9E-5B5C-4CA2-857B-CAC4FABDE262}" type="presParOf" srcId="{7BFAFADC-F55F-4C3F-BC81-093AFF0E3AF1}" destId="{8F580B8D-C9ED-4AA1-B741-138CD1F71113}" srcOrd="1" destOrd="0" presId="urn:microsoft.com/office/officeart/2018/2/layout/IconVerticalSolidList"/>
    <dgm:cxn modelId="{822BE34E-CF75-4736-BDA9-FA1B938E44EA}" type="presParOf" srcId="{7BFAFADC-F55F-4C3F-BC81-093AFF0E3AF1}" destId="{3A042F96-DB1B-4A91-9153-B8519C632CE2}" srcOrd="2" destOrd="0" presId="urn:microsoft.com/office/officeart/2018/2/layout/IconVerticalSolidList"/>
    <dgm:cxn modelId="{85F53DEE-1924-465B-9323-15B5396C1593}" type="presParOf" srcId="{7BFAFADC-F55F-4C3F-BC81-093AFF0E3AF1}" destId="{6FAA9D52-9E48-43A7-9914-CA2A571625A4}" srcOrd="3" destOrd="0" presId="urn:microsoft.com/office/officeart/2018/2/layout/IconVerticalSolidList"/>
    <dgm:cxn modelId="{D3BD89AF-F8E6-48EF-8387-B94F0F00B48D}" type="presParOf" srcId="{0F957EF0-F818-4842-A682-89F61357BE81}" destId="{70588530-5A35-4E74-8A5F-5AECAD172FEB}" srcOrd="5" destOrd="0" presId="urn:microsoft.com/office/officeart/2018/2/layout/IconVerticalSolidList"/>
    <dgm:cxn modelId="{1312BC8F-D16D-4C75-B525-C343E021F9EF}" type="presParOf" srcId="{0F957EF0-F818-4842-A682-89F61357BE81}" destId="{7E101F08-4E7F-4CED-AC18-48A4DA3BA154}" srcOrd="6" destOrd="0" presId="urn:microsoft.com/office/officeart/2018/2/layout/IconVerticalSolidList"/>
    <dgm:cxn modelId="{747ED1E7-2960-4FAB-BEA8-6B8BA2EE1077}" type="presParOf" srcId="{7E101F08-4E7F-4CED-AC18-48A4DA3BA154}" destId="{904544EC-7A0E-407D-94E2-7DC905B1C02A}" srcOrd="0" destOrd="0" presId="urn:microsoft.com/office/officeart/2018/2/layout/IconVerticalSolidList"/>
    <dgm:cxn modelId="{354AAC04-6699-4DA1-9A98-5AFC5F7D20E2}" type="presParOf" srcId="{7E101F08-4E7F-4CED-AC18-48A4DA3BA154}" destId="{E4D6C95E-C98C-439B-83FE-0BB2912C64B3}" srcOrd="1" destOrd="0" presId="urn:microsoft.com/office/officeart/2018/2/layout/IconVerticalSolidList"/>
    <dgm:cxn modelId="{358AECAC-DE29-4865-A64E-08593C93FC5C}" type="presParOf" srcId="{7E101F08-4E7F-4CED-AC18-48A4DA3BA154}" destId="{24C7AC22-BB3F-4804-B359-73844F1C8D1F}" srcOrd="2" destOrd="0" presId="urn:microsoft.com/office/officeart/2018/2/layout/IconVerticalSolidList"/>
    <dgm:cxn modelId="{9F05FC1D-3265-462C-9FEE-64A2EA0DAAA9}" type="presParOf" srcId="{7E101F08-4E7F-4CED-AC18-48A4DA3BA154}" destId="{5FBE97E4-91F4-4FA5-9C91-5823418A958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8CCD21-FDF1-4C44-9C8F-E2A55D64FD68}">
      <dsp:nvSpPr>
        <dsp:cNvPr id="0" name=""/>
        <dsp:cNvSpPr/>
      </dsp:nvSpPr>
      <dsp:spPr>
        <a:xfrm>
          <a:off x="6207" y="868974"/>
          <a:ext cx="1940401" cy="2328481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1669" tIns="0" rIns="191669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Main results of Task 1</a:t>
          </a:r>
          <a:endParaRPr lang="en-US" sz="1900" kern="1200"/>
        </a:p>
      </dsp:txBody>
      <dsp:txXfrm>
        <a:off x="6207" y="1800367"/>
        <a:ext cx="1940401" cy="1397089"/>
      </dsp:txXfrm>
    </dsp:sp>
    <dsp:sp modelId="{ECDFF739-C8B8-1741-9F50-CE0F8391C9D0}">
      <dsp:nvSpPr>
        <dsp:cNvPr id="0" name=""/>
        <dsp:cNvSpPr/>
      </dsp:nvSpPr>
      <dsp:spPr>
        <a:xfrm>
          <a:off x="6207" y="868974"/>
          <a:ext cx="1940401" cy="931392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1669" tIns="165100" rIns="191669" bIns="16510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01</a:t>
          </a:r>
        </a:p>
      </dsp:txBody>
      <dsp:txXfrm>
        <a:off x="6207" y="868974"/>
        <a:ext cx="1940401" cy="931392"/>
      </dsp:txXfrm>
    </dsp:sp>
    <dsp:sp modelId="{0868AEF5-45CF-1242-B667-410BD7D2EFF9}">
      <dsp:nvSpPr>
        <dsp:cNvPr id="0" name=""/>
        <dsp:cNvSpPr/>
      </dsp:nvSpPr>
      <dsp:spPr>
        <a:xfrm>
          <a:off x="2101840" y="868974"/>
          <a:ext cx="1940401" cy="2328481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1669" tIns="0" rIns="191669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Main results of Task 2</a:t>
          </a:r>
          <a:endParaRPr lang="en-US" sz="1900" kern="1200"/>
        </a:p>
      </dsp:txBody>
      <dsp:txXfrm>
        <a:off x="2101840" y="1800367"/>
        <a:ext cx="1940401" cy="1397089"/>
      </dsp:txXfrm>
    </dsp:sp>
    <dsp:sp modelId="{3ECF70F1-6C99-3646-8122-96038626397A}">
      <dsp:nvSpPr>
        <dsp:cNvPr id="0" name=""/>
        <dsp:cNvSpPr/>
      </dsp:nvSpPr>
      <dsp:spPr>
        <a:xfrm>
          <a:off x="2101840" y="868974"/>
          <a:ext cx="1940401" cy="931392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1669" tIns="165100" rIns="191669" bIns="16510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02</a:t>
          </a:r>
        </a:p>
      </dsp:txBody>
      <dsp:txXfrm>
        <a:off x="2101840" y="868974"/>
        <a:ext cx="1940401" cy="931392"/>
      </dsp:txXfrm>
    </dsp:sp>
    <dsp:sp modelId="{43C6554C-9B7E-4142-9914-2813292DE9B2}">
      <dsp:nvSpPr>
        <dsp:cNvPr id="0" name=""/>
        <dsp:cNvSpPr/>
      </dsp:nvSpPr>
      <dsp:spPr>
        <a:xfrm>
          <a:off x="4197474" y="868974"/>
          <a:ext cx="1940401" cy="2328481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1669" tIns="0" rIns="191669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Five lessons learned</a:t>
          </a:r>
          <a:endParaRPr lang="en-US" sz="1900" kern="1200"/>
        </a:p>
      </dsp:txBody>
      <dsp:txXfrm>
        <a:off x="4197474" y="1800367"/>
        <a:ext cx="1940401" cy="1397089"/>
      </dsp:txXfrm>
    </dsp:sp>
    <dsp:sp modelId="{661C5D5E-3A80-A140-B2A1-AE54D72BB991}">
      <dsp:nvSpPr>
        <dsp:cNvPr id="0" name=""/>
        <dsp:cNvSpPr/>
      </dsp:nvSpPr>
      <dsp:spPr>
        <a:xfrm>
          <a:off x="4197474" y="868974"/>
          <a:ext cx="1940401" cy="931392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1669" tIns="165100" rIns="191669" bIns="16510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03</a:t>
          </a:r>
        </a:p>
      </dsp:txBody>
      <dsp:txXfrm>
        <a:off x="4197474" y="868974"/>
        <a:ext cx="1940401" cy="931392"/>
      </dsp:txXfrm>
    </dsp:sp>
    <dsp:sp modelId="{5CF1877F-1286-554F-8486-84354C8F112E}">
      <dsp:nvSpPr>
        <dsp:cNvPr id="0" name=""/>
        <dsp:cNvSpPr/>
      </dsp:nvSpPr>
      <dsp:spPr>
        <a:xfrm>
          <a:off x="6293107" y="868974"/>
          <a:ext cx="1940401" cy="2328481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1669" tIns="0" rIns="191669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Class activity: Code Showdown</a:t>
          </a:r>
          <a:endParaRPr lang="en-US" sz="1900" kern="1200"/>
        </a:p>
      </dsp:txBody>
      <dsp:txXfrm>
        <a:off x="6293107" y="1800367"/>
        <a:ext cx="1940401" cy="1397089"/>
      </dsp:txXfrm>
    </dsp:sp>
    <dsp:sp modelId="{023BC6D6-684D-1B4C-80F9-73ACF319904D}">
      <dsp:nvSpPr>
        <dsp:cNvPr id="0" name=""/>
        <dsp:cNvSpPr/>
      </dsp:nvSpPr>
      <dsp:spPr>
        <a:xfrm>
          <a:off x="6293107" y="868974"/>
          <a:ext cx="1940401" cy="931392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1669" tIns="165100" rIns="191669" bIns="16510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04</a:t>
          </a:r>
        </a:p>
      </dsp:txBody>
      <dsp:txXfrm>
        <a:off x="6293107" y="868974"/>
        <a:ext cx="1940401" cy="931392"/>
      </dsp:txXfrm>
    </dsp:sp>
    <dsp:sp modelId="{BA27D92E-6278-7944-9527-F9F2E2BB2DC8}">
      <dsp:nvSpPr>
        <dsp:cNvPr id="0" name=""/>
        <dsp:cNvSpPr/>
      </dsp:nvSpPr>
      <dsp:spPr>
        <a:xfrm>
          <a:off x="8388741" y="868974"/>
          <a:ext cx="1940401" cy="2328481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1669" tIns="0" rIns="191669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Discussion by another team</a:t>
          </a:r>
          <a:endParaRPr lang="en-US" sz="1900" kern="1200"/>
        </a:p>
      </dsp:txBody>
      <dsp:txXfrm>
        <a:off x="8388741" y="1800367"/>
        <a:ext cx="1940401" cy="1397089"/>
      </dsp:txXfrm>
    </dsp:sp>
    <dsp:sp modelId="{E0343CD6-BE09-8841-A603-37F6B713F838}">
      <dsp:nvSpPr>
        <dsp:cNvPr id="0" name=""/>
        <dsp:cNvSpPr/>
      </dsp:nvSpPr>
      <dsp:spPr>
        <a:xfrm>
          <a:off x="8388741" y="868974"/>
          <a:ext cx="1940401" cy="931392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1669" tIns="165100" rIns="191669" bIns="16510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05</a:t>
          </a:r>
        </a:p>
      </dsp:txBody>
      <dsp:txXfrm>
        <a:off x="8388741" y="868974"/>
        <a:ext cx="1940401" cy="9313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63DDDE-1DEF-7546-BF36-E6B309E66BB3}">
      <dsp:nvSpPr>
        <dsp:cNvPr id="0" name=""/>
        <dsp:cNvSpPr/>
      </dsp:nvSpPr>
      <dsp:spPr>
        <a:xfrm>
          <a:off x="2203078" y="1073324"/>
          <a:ext cx="47604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76049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28437" y="1116510"/>
        <a:ext cx="25332" cy="5066"/>
      </dsp:txXfrm>
    </dsp:sp>
    <dsp:sp modelId="{D31C3652-B9B1-5C4D-8591-1FBF7F45F52E}">
      <dsp:nvSpPr>
        <dsp:cNvPr id="0" name=""/>
        <dsp:cNvSpPr/>
      </dsp:nvSpPr>
      <dsp:spPr>
        <a:xfrm>
          <a:off x="2056" y="458197"/>
          <a:ext cx="2202822" cy="1321693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40" tIns="113302" rIns="107940" bIns="11330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You will see two working Java solutions.</a:t>
          </a:r>
          <a:endParaRPr lang="en-US" sz="1300" kern="1200"/>
        </a:p>
      </dsp:txBody>
      <dsp:txXfrm>
        <a:off x="2056" y="458197"/>
        <a:ext cx="2202822" cy="1321693"/>
      </dsp:txXfrm>
    </dsp:sp>
    <dsp:sp modelId="{627A47EC-1664-3B47-8FA7-1C3D0A8E9370}">
      <dsp:nvSpPr>
        <dsp:cNvPr id="0" name=""/>
        <dsp:cNvSpPr/>
      </dsp:nvSpPr>
      <dsp:spPr>
        <a:xfrm>
          <a:off x="4912550" y="1073324"/>
          <a:ext cx="47604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76049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137908" y="1116510"/>
        <a:ext cx="25332" cy="5066"/>
      </dsp:txXfrm>
    </dsp:sp>
    <dsp:sp modelId="{2FB6AFFD-B3DB-E949-BB42-752BB2A8D2AA}">
      <dsp:nvSpPr>
        <dsp:cNvPr id="0" name=""/>
        <dsp:cNvSpPr/>
      </dsp:nvSpPr>
      <dsp:spPr>
        <a:xfrm>
          <a:off x="2711528" y="458197"/>
          <a:ext cx="2202822" cy="1321693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40" tIns="113302" rIns="107940" bIns="11330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Same problem.</a:t>
          </a:r>
          <a:endParaRPr lang="en-US" sz="1300" kern="1200"/>
        </a:p>
      </dsp:txBody>
      <dsp:txXfrm>
        <a:off x="2711528" y="458197"/>
        <a:ext cx="2202822" cy="1321693"/>
      </dsp:txXfrm>
    </dsp:sp>
    <dsp:sp modelId="{B494B84A-F8DB-174E-B18A-83AFDDE37E5F}">
      <dsp:nvSpPr>
        <dsp:cNvPr id="0" name=""/>
        <dsp:cNvSpPr/>
      </dsp:nvSpPr>
      <dsp:spPr>
        <a:xfrm>
          <a:off x="7622021" y="1073324"/>
          <a:ext cx="47604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76049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847380" y="1116510"/>
        <a:ext cx="25332" cy="5066"/>
      </dsp:txXfrm>
    </dsp:sp>
    <dsp:sp modelId="{D04FDD96-E84C-CF4F-A198-470FBAA8D105}">
      <dsp:nvSpPr>
        <dsp:cNvPr id="0" name=""/>
        <dsp:cNvSpPr/>
      </dsp:nvSpPr>
      <dsp:spPr>
        <a:xfrm>
          <a:off x="5420999" y="458197"/>
          <a:ext cx="2202822" cy="1321693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40" tIns="113302" rIns="107940" bIns="11330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Same Big-O complexity.</a:t>
          </a:r>
          <a:endParaRPr lang="en-US" sz="1300" kern="1200"/>
        </a:p>
      </dsp:txBody>
      <dsp:txXfrm>
        <a:off x="5420999" y="458197"/>
        <a:ext cx="2202822" cy="1321693"/>
      </dsp:txXfrm>
    </dsp:sp>
    <dsp:sp modelId="{4F3E4138-DF59-8D43-9B83-CE170B21538D}">
      <dsp:nvSpPr>
        <dsp:cNvPr id="0" name=""/>
        <dsp:cNvSpPr/>
      </dsp:nvSpPr>
      <dsp:spPr>
        <a:xfrm>
          <a:off x="1103467" y="1778090"/>
          <a:ext cx="8128414" cy="476049"/>
        </a:xfrm>
        <a:custGeom>
          <a:avLst/>
          <a:gdLst/>
          <a:ahLst/>
          <a:cxnLst/>
          <a:rect l="0" t="0" r="0" b="0"/>
          <a:pathLst>
            <a:path>
              <a:moveTo>
                <a:pt x="8128414" y="0"/>
              </a:moveTo>
              <a:lnTo>
                <a:pt x="8128414" y="255124"/>
              </a:lnTo>
              <a:lnTo>
                <a:pt x="0" y="255124"/>
              </a:lnTo>
              <a:lnTo>
                <a:pt x="0" y="476049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964070" y="2013582"/>
        <a:ext cx="407209" cy="5066"/>
      </dsp:txXfrm>
    </dsp:sp>
    <dsp:sp modelId="{8A947156-B4FB-4E44-B037-D479AB224913}">
      <dsp:nvSpPr>
        <dsp:cNvPr id="0" name=""/>
        <dsp:cNvSpPr/>
      </dsp:nvSpPr>
      <dsp:spPr>
        <a:xfrm>
          <a:off x="8130471" y="458197"/>
          <a:ext cx="2202822" cy="1321693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40" tIns="113302" rIns="107940" bIns="11330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One is human-written.</a:t>
          </a:r>
          <a:endParaRPr lang="en-US" sz="1300" kern="1200"/>
        </a:p>
      </dsp:txBody>
      <dsp:txXfrm>
        <a:off x="8130471" y="458197"/>
        <a:ext cx="2202822" cy="1321693"/>
      </dsp:txXfrm>
    </dsp:sp>
    <dsp:sp modelId="{EC4E025F-87A9-074C-8B74-A076E20F0EB1}">
      <dsp:nvSpPr>
        <dsp:cNvPr id="0" name=""/>
        <dsp:cNvSpPr/>
      </dsp:nvSpPr>
      <dsp:spPr>
        <a:xfrm>
          <a:off x="2203078" y="2901666"/>
          <a:ext cx="47604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76049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28437" y="2944853"/>
        <a:ext cx="25332" cy="5066"/>
      </dsp:txXfrm>
    </dsp:sp>
    <dsp:sp modelId="{3D1BDE4A-6106-0049-8829-65AD84D1663E}">
      <dsp:nvSpPr>
        <dsp:cNvPr id="0" name=""/>
        <dsp:cNvSpPr/>
      </dsp:nvSpPr>
      <dsp:spPr>
        <a:xfrm>
          <a:off x="2056" y="2286540"/>
          <a:ext cx="2202822" cy="1321693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40" tIns="113302" rIns="107940" bIns="11330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One is AI-generated.</a:t>
          </a:r>
          <a:endParaRPr lang="en-US" sz="1300" kern="1200"/>
        </a:p>
      </dsp:txBody>
      <dsp:txXfrm>
        <a:off x="2056" y="2286540"/>
        <a:ext cx="2202822" cy="1321693"/>
      </dsp:txXfrm>
    </dsp:sp>
    <dsp:sp modelId="{B244A5E3-E8E4-384A-AD73-0C653B56FB45}">
      <dsp:nvSpPr>
        <dsp:cNvPr id="0" name=""/>
        <dsp:cNvSpPr/>
      </dsp:nvSpPr>
      <dsp:spPr>
        <a:xfrm>
          <a:off x="4912550" y="2901666"/>
          <a:ext cx="47604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76049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137908" y="2944853"/>
        <a:ext cx="25332" cy="5066"/>
      </dsp:txXfrm>
    </dsp:sp>
    <dsp:sp modelId="{15CA1E1F-31B7-7640-B12B-B05B8485247F}">
      <dsp:nvSpPr>
        <dsp:cNvPr id="0" name=""/>
        <dsp:cNvSpPr/>
      </dsp:nvSpPr>
      <dsp:spPr>
        <a:xfrm>
          <a:off x="2711528" y="2286540"/>
          <a:ext cx="2202822" cy="1321693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40" tIns="113302" rIns="107940" bIns="11330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Decide which one you would trust more in production.</a:t>
          </a:r>
          <a:endParaRPr lang="en-US" sz="1300" kern="1200"/>
        </a:p>
      </dsp:txBody>
      <dsp:txXfrm>
        <a:off x="2711528" y="2286540"/>
        <a:ext cx="2202822" cy="1321693"/>
      </dsp:txXfrm>
    </dsp:sp>
    <dsp:sp modelId="{4BCAD7E4-B728-514C-A813-3BB7B0190E71}">
      <dsp:nvSpPr>
        <dsp:cNvPr id="0" name=""/>
        <dsp:cNvSpPr/>
      </dsp:nvSpPr>
      <dsp:spPr>
        <a:xfrm>
          <a:off x="5420999" y="2286540"/>
          <a:ext cx="2202822" cy="1321693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40" tIns="113302" rIns="107940" bIns="11330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This matches the activity design: compare two anonymous Valid Sudoku solutions and evaluate quality, readability, and maintainability.</a:t>
          </a:r>
          <a:endParaRPr lang="en-US" sz="1300" kern="1200" dirty="0"/>
        </a:p>
      </dsp:txBody>
      <dsp:txXfrm>
        <a:off x="5420999" y="2286540"/>
        <a:ext cx="2202822" cy="132169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2A4FC6-22A9-4D7A-A941-AAE672230F6B}">
      <dsp:nvSpPr>
        <dsp:cNvPr id="0" name=""/>
        <dsp:cNvSpPr/>
      </dsp:nvSpPr>
      <dsp:spPr>
        <a:xfrm>
          <a:off x="1060049" y="1062500"/>
          <a:ext cx="930028" cy="9300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rgbClr val="00206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685F21-5ADC-4E73-B464-DD2CDAF54D19}">
      <dsp:nvSpPr>
        <dsp:cNvPr id="0" name=""/>
        <dsp:cNvSpPr/>
      </dsp:nvSpPr>
      <dsp:spPr>
        <a:xfrm>
          <a:off x="491699" y="2283930"/>
          <a:ext cx="206672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Each row must contain digits 1–9 without repetition.</a:t>
          </a:r>
          <a:endParaRPr lang="en-US" sz="1500" kern="1200"/>
        </a:p>
      </dsp:txBody>
      <dsp:txXfrm>
        <a:off x="491699" y="2283930"/>
        <a:ext cx="2066729" cy="720000"/>
      </dsp:txXfrm>
    </dsp:sp>
    <dsp:sp modelId="{6AD4DBF7-6C73-48C5-B740-628D26AC5EFA}">
      <dsp:nvSpPr>
        <dsp:cNvPr id="0" name=""/>
        <dsp:cNvSpPr/>
      </dsp:nvSpPr>
      <dsp:spPr>
        <a:xfrm>
          <a:off x="3488457" y="1062500"/>
          <a:ext cx="930028" cy="9300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1EE1F1-3C5E-4E63-BA4D-E27ED04224A2}">
      <dsp:nvSpPr>
        <dsp:cNvPr id="0" name=""/>
        <dsp:cNvSpPr/>
      </dsp:nvSpPr>
      <dsp:spPr>
        <a:xfrm>
          <a:off x="2920106" y="2283930"/>
          <a:ext cx="206672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Each column must contain digits 1–9 without repetition.</a:t>
          </a:r>
          <a:endParaRPr lang="en-US" sz="1500" kern="1200" dirty="0"/>
        </a:p>
      </dsp:txBody>
      <dsp:txXfrm>
        <a:off x="2920106" y="2283930"/>
        <a:ext cx="2066729" cy="720000"/>
      </dsp:txXfrm>
    </dsp:sp>
    <dsp:sp modelId="{71EB4833-6D5E-4B86-B848-F161668604BB}">
      <dsp:nvSpPr>
        <dsp:cNvPr id="0" name=""/>
        <dsp:cNvSpPr/>
      </dsp:nvSpPr>
      <dsp:spPr>
        <a:xfrm>
          <a:off x="5916864" y="1062500"/>
          <a:ext cx="930028" cy="9300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CB94DF-CE41-4B40-BCA5-F55986698EE4}">
      <dsp:nvSpPr>
        <dsp:cNvPr id="0" name=""/>
        <dsp:cNvSpPr/>
      </dsp:nvSpPr>
      <dsp:spPr>
        <a:xfrm>
          <a:off x="5348513" y="2283930"/>
          <a:ext cx="206672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Each 3×3 box must contain digits 1–9 without repetition.</a:t>
          </a:r>
          <a:endParaRPr lang="en-US" sz="1500" kern="1200" dirty="0"/>
        </a:p>
      </dsp:txBody>
      <dsp:txXfrm>
        <a:off x="5348513" y="2283930"/>
        <a:ext cx="2066729" cy="720000"/>
      </dsp:txXfrm>
    </dsp:sp>
    <dsp:sp modelId="{F9827E7C-AF28-4B6D-BB03-C5314844E3F2}">
      <dsp:nvSpPr>
        <dsp:cNvPr id="0" name=""/>
        <dsp:cNvSpPr/>
      </dsp:nvSpPr>
      <dsp:spPr>
        <a:xfrm>
          <a:off x="8345271" y="1062500"/>
          <a:ext cx="930028" cy="9300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D4C72A-9C88-45A9-BE36-549111B28EA2}">
      <dsp:nvSpPr>
        <dsp:cNvPr id="0" name=""/>
        <dsp:cNvSpPr/>
      </dsp:nvSpPr>
      <dsp:spPr>
        <a:xfrm>
          <a:off x="7776921" y="2283930"/>
          <a:ext cx="206672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Only filled cells matter. The board does not need to be solvable.</a:t>
          </a:r>
          <a:endParaRPr lang="en-US" sz="1500" kern="1200"/>
        </a:p>
      </dsp:txBody>
      <dsp:txXfrm>
        <a:off x="7776921" y="2283930"/>
        <a:ext cx="2066729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7C8B2E-FC92-42F3-B69A-790AFAB0E1C2}">
      <dsp:nvSpPr>
        <dsp:cNvPr id="0" name=""/>
        <dsp:cNvSpPr/>
      </dsp:nvSpPr>
      <dsp:spPr>
        <a:xfrm>
          <a:off x="0" y="1687"/>
          <a:ext cx="10335350" cy="8553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E059C2-524B-4488-A0CE-23B5707CE36E}">
      <dsp:nvSpPr>
        <dsp:cNvPr id="0" name=""/>
        <dsp:cNvSpPr/>
      </dsp:nvSpPr>
      <dsp:spPr>
        <a:xfrm>
          <a:off x="258752" y="194148"/>
          <a:ext cx="470459" cy="4704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485DE0-4A5B-47D5-81D0-C40BE892808D}">
      <dsp:nvSpPr>
        <dsp:cNvPr id="0" name=""/>
        <dsp:cNvSpPr/>
      </dsp:nvSpPr>
      <dsp:spPr>
        <a:xfrm>
          <a:off x="987964" y="1687"/>
          <a:ext cx="9347385" cy="8553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528" tIns="90528" rIns="90528" bIns="9052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Snippet A = Human, competitive-programming style</a:t>
          </a:r>
          <a:endParaRPr lang="en-US" sz="1400" kern="1200" dirty="0"/>
        </a:p>
      </dsp:txBody>
      <dsp:txXfrm>
        <a:off x="987964" y="1687"/>
        <a:ext cx="9347385" cy="855380"/>
      </dsp:txXfrm>
    </dsp:sp>
    <dsp:sp modelId="{06703701-DA22-4948-877E-07B21C05EE8C}">
      <dsp:nvSpPr>
        <dsp:cNvPr id="0" name=""/>
        <dsp:cNvSpPr/>
      </dsp:nvSpPr>
      <dsp:spPr>
        <a:xfrm>
          <a:off x="0" y="1070912"/>
          <a:ext cx="10335350" cy="8553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FF7931-23E2-46F9-B079-492E20AF0F06}">
      <dsp:nvSpPr>
        <dsp:cNvPr id="0" name=""/>
        <dsp:cNvSpPr/>
      </dsp:nvSpPr>
      <dsp:spPr>
        <a:xfrm>
          <a:off x="258752" y="1263373"/>
          <a:ext cx="470459" cy="4704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08A2D4-2605-453A-BA1D-D1D0C847ED2A}">
      <dsp:nvSpPr>
        <dsp:cNvPr id="0" name=""/>
        <dsp:cNvSpPr/>
      </dsp:nvSpPr>
      <dsp:spPr>
        <a:xfrm>
          <a:off x="987964" y="1070912"/>
          <a:ext cx="9347385" cy="8553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528" tIns="90528" rIns="90528" bIns="9052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Snippet B = AI, clean-code style </a:t>
          </a:r>
          <a:endParaRPr lang="en-US" sz="1400" kern="1200"/>
        </a:p>
      </dsp:txBody>
      <dsp:txXfrm>
        <a:off x="987964" y="1070912"/>
        <a:ext cx="9347385" cy="855380"/>
      </dsp:txXfrm>
    </dsp:sp>
    <dsp:sp modelId="{C15433A4-4A8E-48C7-B2C3-78EB0E432455}">
      <dsp:nvSpPr>
        <dsp:cNvPr id="0" name=""/>
        <dsp:cNvSpPr/>
      </dsp:nvSpPr>
      <dsp:spPr>
        <a:xfrm>
          <a:off x="0" y="2140138"/>
          <a:ext cx="10335350" cy="8553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580B8D-C9ED-4AA1-B741-138CD1F71113}">
      <dsp:nvSpPr>
        <dsp:cNvPr id="0" name=""/>
        <dsp:cNvSpPr/>
      </dsp:nvSpPr>
      <dsp:spPr>
        <a:xfrm>
          <a:off x="258752" y="2332598"/>
          <a:ext cx="470459" cy="4704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AA9D52-9E48-43A7-9914-CA2A571625A4}">
      <dsp:nvSpPr>
        <dsp:cNvPr id="0" name=""/>
        <dsp:cNvSpPr/>
      </dsp:nvSpPr>
      <dsp:spPr>
        <a:xfrm>
          <a:off x="987964" y="2140138"/>
          <a:ext cx="9347385" cy="8553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528" tIns="90528" rIns="90528" bIns="9052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Both are correct. Same algorithmic complexity. But they create different review experiences.</a:t>
          </a:r>
          <a:endParaRPr lang="en-US" sz="1400" kern="1200"/>
        </a:p>
      </dsp:txBody>
      <dsp:txXfrm>
        <a:off x="987964" y="2140138"/>
        <a:ext cx="9347385" cy="855380"/>
      </dsp:txXfrm>
    </dsp:sp>
    <dsp:sp modelId="{904544EC-7A0E-407D-94E2-7DC905B1C02A}">
      <dsp:nvSpPr>
        <dsp:cNvPr id="0" name=""/>
        <dsp:cNvSpPr/>
      </dsp:nvSpPr>
      <dsp:spPr>
        <a:xfrm>
          <a:off x="0" y="3209363"/>
          <a:ext cx="10335350" cy="8553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D6C95E-C98C-439B-83FE-0BB2912C64B3}">
      <dsp:nvSpPr>
        <dsp:cNvPr id="0" name=""/>
        <dsp:cNvSpPr/>
      </dsp:nvSpPr>
      <dsp:spPr>
        <a:xfrm>
          <a:off x="258752" y="3401823"/>
          <a:ext cx="470459" cy="4704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BE97E4-91F4-4FA5-9C91-5823418A9580}">
      <dsp:nvSpPr>
        <dsp:cNvPr id="0" name=""/>
        <dsp:cNvSpPr/>
      </dsp:nvSpPr>
      <dsp:spPr>
        <a:xfrm>
          <a:off x="987964" y="3209363"/>
          <a:ext cx="9347385" cy="8553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528" tIns="90528" rIns="90528" bIns="9052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/>
            <a:t>Key connection to report:</a:t>
          </a:r>
          <a:br>
            <a:rPr lang="en-GB" sz="1400" kern="1200"/>
          </a:br>
          <a:r>
            <a:rPr lang="en-GB" sz="1400" kern="1200"/>
            <a:t>AI code may look clean, but engineers still need to review correctness, maintainability, context fit, and long-term design.</a:t>
          </a:r>
          <a:endParaRPr lang="en-US" sz="1400" kern="1200"/>
        </a:p>
      </dsp:txBody>
      <dsp:txXfrm>
        <a:off x="987964" y="3209363"/>
        <a:ext cx="9347385" cy="8553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CA1061-659B-DF47-9E7C-1F9B962B28AE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1DA3C-5DB9-9144-A65B-BBF237441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797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1DA3C-5DB9-9144-A65B-BBF23744160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2555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1DA3C-5DB9-9144-A65B-BBF23744160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2752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1DA3C-5DB9-9144-A65B-BBF23744160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045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7ACF0-EC30-EEC1-A49D-7CEA03E93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A1F5E9-A861-C5F6-6A5A-524CB1E654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646235-B507-59B9-D7CD-5CD0C0F6AA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C3684A-3A08-EECA-1B56-4E83FEA997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1DA3C-5DB9-9144-A65B-BBF23744160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4259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28F55-9171-EAAF-5DC3-C0165D30C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888670-E204-6717-26EA-A709426E9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286CC9-4F87-F036-A763-DE1CE7BA2E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E8DD03-BA74-7E7F-428E-81947E847D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1DA3C-5DB9-9144-A65B-BBF23744160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2246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DB1BE-7F11-DD32-6263-2CCD6F0DC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0E3B6F-FEF0-780E-34B2-13443A2BC1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890E2D-D5C2-598A-92D9-59A9062B1F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A2DD8A-9E91-F075-2AFC-7365141542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1DA3C-5DB9-9144-A65B-BBF23744160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8591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AEB9C-591C-951F-E571-029675A90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8AA72B-028E-4E91-5F65-40646EE297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64127E-75BB-5E38-D5EC-BEE3DE0E61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0B047-0FEB-D99E-C4FE-90B242B3A1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1DA3C-5DB9-9144-A65B-BBF23744160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5681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5619D-504A-A3E3-EB15-8E084FCA5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606F4D-DC06-F544-68E6-FF0B4EE9A0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0B775E-DE96-CDC3-95BB-23677F20A1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C68FF0-C6B6-E607-D73B-A8CCEC65B1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1DA3C-5DB9-9144-A65B-BBF23744160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4065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04C21-BE85-A4D9-D425-89D7C44DA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54B6FF-9371-0F60-5533-6D00187597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6AAFCB-38BB-710F-E3D5-474D865DA0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0F574-9105-3AE1-5291-8184A8AE7E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1DA3C-5DB9-9144-A65B-BBF23744160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1327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587F4-0843-2EBA-883A-1A50CA35F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652C77-05D2-F4D7-E0CE-6C05BD0E17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C8EA74-640C-327E-E0A3-8D80C625AF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15F1E1-ACF3-A721-D7AB-9EE555567B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1DA3C-5DB9-9144-A65B-BBF23744160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2264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911A9-41F4-F5D0-F5A7-685953921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CD9F1A-2098-888F-00A9-72CC9C9DC4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402D84-847A-8106-4BE2-5D287A9535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954714-CC48-B9A7-DC9E-AC94F9827F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1DA3C-5DB9-9144-A65B-BBF23744160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4568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BBAB5-8EEA-A6AD-075C-FBEDA96E0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B85578-1372-90FD-9572-5A1D72F5BF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18314A-2615-9AA1-5E3A-F625471259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FDF60D-1FE3-A7B8-817E-349CC5528D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1DA3C-5DB9-9144-A65B-BBF23744160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0281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95285-C375-D916-F4F9-ADBDEF3E3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07DBB8-AA97-58D6-D821-2420B8B5AB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E7F46E-3D6B-AA79-A6DC-AD6C801BEE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28A5E6-D0DF-CD4B-830A-03695E5AA2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1DA3C-5DB9-9144-A65B-BBF23744160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05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789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854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263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22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5/6/26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287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5/6/26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515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5/6/26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727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848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446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271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670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994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7A875D55-4A80-43E9-38F6-27E36649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DB0F4B-6271-42C6-5355-FEB9D7B5B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528A2459-2CE8-11E1-5B07-189552C23D65}"/>
              </a:ext>
            </a:extLst>
          </p:cNvPr>
          <p:cNvSpPr txBox="1">
            <a:spLocks/>
          </p:cNvSpPr>
          <p:nvPr/>
        </p:nvSpPr>
        <p:spPr>
          <a:xfrm>
            <a:off x="2301923" y="1482602"/>
            <a:ext cx="7588155" cy="22362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GB" dirty="0"/>
              <a:t>AI WRITES CODE — But Who Checks It?</a:t>
            </a:r>
            <a:endParaRPr lang="de-DE" sz="4400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EAD17D74-C328-19BD-50B7-5407F69760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381080"/>
            <a:ext cx="7588155" cy="2003531"/>
          </a:xfrm>
        </p:spPr>
        <p:txBody>
          <a:bodyPr vert="horz" lIns="91440" tIns="45720" rIns="91440" bIns="45720" rtlCol="0">
            <a:normAutofit fontScale="47500" lnSpcReduction="20000"/>
          </a:bodyPr>
          <a:lstStyle/>
          <a:p>
            <a:r>
              <a:rPr lang="de-DE" sz="1400" dirty="0">
                <a:solidFill>
                  <a:srgbClr val="FFFFFF"/>
                </a:solidFill>
              </a:rPr>
              <a:t>TEAM 08</a:t>
            </a:r>
          </a:p>
          <a:p>
            <a:r>
              <a:rPr lang="de-DE" sz="1400" dirty="0">
                <a:solidFill>
                  <a:srgbClr val="FFFFFF"/>
                </a:solidFill>
              </a:rPr>
              <a:t>Dao Trong-Nghia (daotro01)</a:t>
            </a:r>
          </a:p>
          <a:p>
            <a:r>
              <a:rPr lang="de-DE" sz="1400" dirty="0">
                <a:solidFill>
                  <a:srgbClr val="FFFFFF"/>
                </a:solidFill>
              </a:rPr>
              <a:t>Mata Marco (</a:t>
            </a:r>
            <a:r>
              <a:rPr lang="de-DE" sz="1400" dirty="0" err="1">
                <a:solidFill>
                  <a:srgbClr val="FFFFFF"/>
                </a:solidFill>
              </a:rPr>
              <a:t>matamar</a:t>
            </a:r>
            <a:r>
              <a:rPr lang="de-DE" sz="1400" dirty="0">
                <a:solidFill>
                  <a:srgbClr val="FFFFFF"/>
                </a:solidFill>
              </a:rPr>
              <a:t>)</a:t>
            </a:r>
          </a:p>
          <a:p>
            <a:r>
              <a:rPr lang="de-DE" sz="1400" dirty="0">
                <a:solidFill>
                  <a:srgbClr val="FFFFFF"/>
                </a:solidFill>
              </a:rPr>
              <a:t>Kott Jan (kottjan1)</a:t>
            </a:r>
          </a:p>
          <a:p>
            <a:r>
              <a:rPr lang="de-DE" sz="1400" dirty="0">
                <a:solidFill>
                  <a:srgbClr val="FFFFFF"/>
                </a:solidFill>
              </a:rPr>
              <a:t>Galindo Lopez Pablo Emiliano (galinpab)</a:t>
            </a:r>
          </a:p>
          <a:p>
            <a:endParaRPr lang="de-DE" sz="1400" dirty="0">
              <a:solidFill>
                <a:srgbClr val="FFFFFF"/>
              </a:solidFill>
            </a:endParaRPr>
          </a:p>
          <a:p>
            <a:r>
              <a:rPr lang="en-GB" dirty="0"/>
              <a:t>ADVANCED SOFTWARE ENGINEERING</a:t>
            </a:r>
          </a:p>
          <a:p>
            <a:r>
              <a:rPr lang="en-GB" dirty="0"/>
              <a:t>(</a:t>
            </a:r>
            <a:r>
              <a:rPr lang="en-GB" dirty="0" err="1"/>
              <a:t>Frühlingssemester</a:t>
            </a:r>
            <a:r>
              <a:rPr lang="en-GB" dirty="0"/>
              <a:t> 2026)</a:t>
            </a:r>
          </a:p>
        </p:txBody>
      </p:sp>
    </p:spTree>
    <p:extLst>
      <p:ext uri="{BB962C8B-B14F-4D97-AF65-F5344CB8AC3E}">
        <p14:creationId xmlns:p14="http://schemas.microsoft.com/office/powerpoint/2010/main" val="16733881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25576E-3F54-25A3-B739-2F97EE943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C04534-8CE4-AF5A-5C48-F501D6B08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AGENDA</a:t>
            </a:r>
            <a:endParaRPr lang="en-US" b="1" kern="1200" noProof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D80CA66C-BCC0-7878-02C8-4C556B513554}"/>
              </a:ext>
            </a:extLst>
          </p:cNvPr>
          <p:cNvSpPr txBox="1">
            <a:spLocks/>
          </p:cNvSpPr>
          <p:nvPr/>
        </p:nvSpPr>
        <p:spPr>
          <a:xfrm>
            <a:off x="101672" y="6377989"/>
            <a:ext cx="2790615" cy="2844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DE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 sz="800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55D895-BD27-C281-AE1B-F2B6F8EFA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7097" y="397392"/>
            <a:ext cx="762000" cy="889000"/>
          </a:xfrm>
          <a:prstGeom prst="rect">
            <a:avLst/>
          </a:prstGeom>
        </p:spPr>
      </p:pic>
      <p:graphicFrame>
        <p:nvGraphicFramePr>
          <p:cNvPr id="14" name="Rectangle 3">
            <a:extLst>
              <a:ext uri="{FF2B5EF4-FFF2-40B4-BE49-F238E27FC236}">
                <a16:creationId xmlns:a16="http://schemas.microsoft.com/office/drawing/2014/main" id="{CB3263E0-E23D-581F-B632-4FC6DC6FE58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26247722"/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243741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DA4991-971E-816A-0A3C-F1CFD49F5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ECCBA8-33B6-F9B9-B027-091ABE467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TASK 1: CORE PROBLEM</a:t>
            </a:r>
            <a:endParaRPr lang="en-US" b="1" kern="1200" noProof="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A6322-70C2-9503-16B7-0A6174FFAD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2584058"/>
            <a:ext cx="4621553" cy="315901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/>
              <a:t>AI makes code cheaper. It does not make verification cheaper.</a:t>
            </a:r>
            <a:endParaRPr lang="en-US" sz="1600" dirty="0"/>
          </a:p>
          <a:p>
            <a:pPr marL="0">
              <a:lnSpc>
                <a:spcPct val="110000"/>
              </a:lnSpc>
            </a:pPr>
            <a:r>
              <a:rPr lang="en-US" sz="1600" dirty="0"/>
              <a:t>Main problem:</a:t>
            </a:r>
          </a:p>
          <a:p>
            <a:pPr lvl="1">
              <a:lnSpc>
                <a:spcPct val="110000"/>
              </a:lnSpc>
            </a:pPr>
            <a:r>
              <a:rPr lang="en-US" sz="1600" dirty="0"/>
              <a:t>AI-generated code can look correct</a:t>
            </a:r>
          </a:p>
          <a:p>
            <a:pPr lvl="1">
              <a:lnSpc>
                <a:spcPct val="110000"/>
              </a:lnSpc>
            </a:pPr>
            <a:r>
              <a:rPr lang="en-US" sz="1600" dirty="0"/>
              <a:t>Review capacity does not scale automatically</a:t>
            </a:r>
          </a:p>
          <a:p>
            <a:pPr lvl="1">
              <a:lnSpc>
                <a:spcPct val="110000"/>
              </a:lnSpc>
            </a:pPr>
            <a:r>
              <a:rPr lang="en-US" sz="1600" dirty="0"/>
              <a:t>Security and maintainability issues may remain hidden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304C18D-C8DA-ECCA-C048-19282F98304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691261" y="1480640"/>
            <a:ext cx="5837780" cy="38967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D6230F-1CFB-3CBC-E509-C6A16DE152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7097" y="397392"/>
            <a:ext cx="7620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38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AA721A-68BD-D233-A3C1-604889987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4AB9B8B4-6AA0-6EC2-5180-35BA3CFC2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B178A1-2AD8-D74F-89A1-2BBFF6B3A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48640"/>
            <a:ext cx="10872215" cy="11322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TASK 1: TWO MAIN CHALLENGES</a:t>
            </a:r>
            <a:endParaRPr lang="en-US" b="1" kern="1200" noProof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1FF0927-3DBE-DD6C-06BB-154025B0F7E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6447" r="2" b="2"/>
          <a:stretch>
            <a:fillRect/>
          </a:stretch>
        </p:blipFill>
        <p:spPr>
          <a:xfrm>
            <a:off x="731520" y="1775012"/>
            <a:ext cx="6355080" cy="4534348"/>
          </a:xfrm>
          <a:prstGeom prst="rect">
            <a:avLst/>
          </a:prstGeo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A04257FA-9039-52A4-7ACE-2F835DC7CC22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7485529" y="1775012"/>
            <a:ext cx="3999334" cy="453434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eaLnBrk="1" hangingPunct="1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600" b="1" dirty="0">
                <a:latin typeface="+mn-lt"/>
              </a:rPr>
              <a:t>Challenge 1 — Quality and security drift</a:t>
            </a:r>
          </a:p>
          <a:p>
            <a:pPr marL="0" eaLnBrk="1" hangingPunct="1">
              <a:lnSpc>
                <a:spcPct val="110000"/>
              </a:lnSpc>
              <a:spcAft>
                <a:spcPts val="600"/>
              </a:spcAft>
            </a:pPr>
            <a:endParaRPr lang="en-US" sz="1600" b="1" dirty="0">
              <a:latin typeface="+mn-lt"/>
            </a:endParaRPr>
          </a:p>
          <a:p>
            <a:pPr lvl="1" eaLnBrk="1" hangingPunct="1">
              <a:lnSpc>
                <a:spcPct val="110000"/>
              </a:lnSpc>
              <a:spcAft>
                <a:spcPts val="600"/>
              </a:spcAft>
            </a:pPr>
            <a:r>
              <a:rPr lang="en-US" sz="1600" dirty="0">
                <a:latin typeface="+mn-lt"/>
              </a:rPr>
              <a:t>AI-generated code may introduce:</a:t>
            </a:r>
          </a:p>
          <a:p>
            <a:pPr lvl="1" eaLnBrk="1" hangingPunct="1">
              <a:lnSpc>
                <a:spcPct val="110000"/>
              </a:lnSpc>
              <a:spcAft>
                <a:spcPts val="600"/>
              </a:spcAft>
            </a:pPr>
            <a:r>
              <a:rPr lang="en-US" sz="1600" dirty="0">
                <a:latin typeface="+mn-lt"/>
              </a:rPr>
              <a:t>duplicated logic</a:t>
            </a:r>
          </a:p>
          <a:p>
            <a:pPr lvl="1" eaLnBrk="1" hangingPunct="1">
              <a:lnSpc>
                <a:spcPct val="110000"/>
              </a:lnSpc>
              <a:spcAft>
                <a:spcPts val="600"/>
              </a:spcAft>
            </a:pPr>
            <a:r>
              <a:rPr lang="en-US" sz="1600" dirty="0">
                <a:latin typeface="+mn-lt"/>
              </a:rPr>
              <a:t>weak abstractions</a:t>
            </a:r>
          </a:p>
          <a:p>
            <a:pPr lvl="1" eaLnBrk="1" hangingPunct="1">
              <a:lnSpc>
                <a:spcPct val="110000"/>
              </a:lnSpc>
              <a:spcAft>
                <a:spcPts val="600"/>
              </a:spcAft>
            </a:pPr>
            <a:r>
              <a:rPr lang="en-US" sz="1600" dirty="0">
                <a:latin typeface="+mn-lt"/>
              </a:rPr>
              <a:t>higher complexity</a:t>
            </a:r>
          </a:p>
          <a:p>
            <a:pPr lvl="1" eaLnBrk="1" hangingPunct="1">
              <a:lnSpc>
                <a:spcPct val="110000"/>
              </a:lnSpc>
              <a:spcAft>
                <a:spcPts val="600"/>
              </a:spcAft>
            </a:pPr>
            <a:r>
              <a:rPr lang="en-US" sz="1600" dirty="0">
                <a:latin typeface="+mn-lt"/>
              </a:rPr>
              <a:t>hidden security risks</a:t>
            </a:r>
          </a:p>
          <a:p>
            <a:pPr marL="0" eaLnBrk="1" hangingPunct="1">
              <a:lnSpc>
                <a:spcPct val="110000"/>
              </a:lnSpc>
              <a:spcAft>
                <a:spcPts val="600"/>
              </a:spcAft>
            </a:pPr>
            <a:endParaRPr lang="en-US" sz="1600" dirty="0">
              <a:latin typeface="+mn-lt"/>
            </a:endParaRPr>
          </a:p>
          <a:p>
            <a:pPr marL="0" indent="0" eaLnBrk="1" hangingPunct="1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600" b="1" dirty="0">
                <a:latin typeface="+mn-lt"/>
              </a:rPr>
              <a:t>Challenge 2 — Review bottleneck</a:t>
            </a:r>
          </a:p>
          <a:p>
            <a:pPr marL="0" eaLnBrk="1" hangingPunct="1">
              <a:lnSpc>
                <a:spcPct val="110000"/>
              </a:lnSpc>
              <a:spcAft>
                <a:spcPts val="600"/>
              </a:spcAft>
            </a:pPr>
            <a:endParaRPr lang="en-US" sz="1600" b="1" dirty="0">
              <a:latin typeface="+mn-lt"/>
            </a:endParaRPr>
          </a:p>
          <a:p>
            <a:pPr lvl="1" eaLnBrk="1" hangingPunct="1">
              <a:lnSpc>
                <a:spcPct val="110000"/>
              </a:lnSpc>
              <a:spcAft>
                <a:spcPts val="600"/>
              </a:spcAft>
            </a:pPr>
            <a:r>
              <a:rPr lang="en-US" sz="1600" dirty="0">
                <a:latin typeface="+mn-lt"/>
              </a:rPr>
              <a:t>Teams can produce more code than reviewers can check.</a:t>
            </a:r>
          </a:p>
          <a:p>
            <a:pPr marL="0" eaLnBrk="1" hangingPunct="1">
              <a:lnSpc>
                <a:spcPct val="110000"/>
              </a:lnSpc>
              <a:spcAft>
                <a:spcPts val="600"/>
              </a:spcAft>
            </a:pPr>
            <a:endParaRPr lang="en-US" sz="1500" dirty="0">
              <a:latin typeface="+mn-lt"/>
            </a:endParaRPr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555B366E-D650-FDB9-D7EF-8D9293D21CA6}"/>
              </a:ext>
            </a:extLst>
          </p:cNvPr>
          <p:cNvSpPr txBox="1">
            <a:spLocks/>
          </p:cNvSpPr>
          <p:nvPr/>
        </p:nvSpPr>
        <p:spPr>
          <a:xfrm>
            <a:off x="101672" y="6377989"/>
            <a:ext cx="2790615" cy="2844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DE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 sz="800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ADA405-D8CB-07F1-3B8E-5C73DF1390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7097" y="397392"/>
            <a:ext cx="7620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183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B82564-C7DF-C1FC-C694-DD665A534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9B65F7F7-2FCE-8F01-53DE-15C39342B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E9B33D-14E5-9598-AD7E-29D68CE53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21" y="501345"/>
            <a:ext cx="8728364" cy="6892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/>
              <a:t>TASK 2: TOOL SELECTION</a:t>
            </a:r>
            <a:endParaRPr lang="en-US" noProof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2A6D051-4064-276F-7C3E-942BC67D63A2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731821" y="1212692"/>
            <a:ext cx="8728363" cy="41878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algn="ctr" eaLnBrk="1" hangingPunct="1">
              <a:lnSpc>
                <a:spcPct val="110000"/>
              </a:lnSpc>
              <a:spcBef>
                <a:spcPts val="1000"/>
              </a:spcBef>
              <a:buNone/>
            </a:pPr>
            <a:r>
              <a:rPr lang="en-US" sz="1000" b="1">
                <a:latin typeface="+mn-lt"/>
              </a:rPr>
              <a:t>Question:</a:t>
            </a:r>
            <a:br>
              <a:rPr lang="en-US" sz="1000">
                <a:latin typeface="+mn-lt"/>
              </a:rPr>
            </a:br>
            <a:r>
              <a:rPr lang="en-US" sz="1000">
                <a:latin typeface="+mn-lt"/>
              </a:rPr>
              <a:t>Which tool fits our case study?</a:t>
            </a:r>
            <a:endParaRPr kumimoji="0" lang="en-US" altLang="en-DE" sz="1000" b="0" i="0" u="none" strike="noStrike" cap="none" normalizeH="0" baseline="0">
              <a:ln>
                <a:noFill/>
              </a:ln>
              <a:effectLst/>
              <a:latin typeface="+mn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7EE104-6992-9FBB-2769-79E9AAC8F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7097" y="397392"/>
            <a:ext cx="762000" cy="889000"/>
          </a:xfrm>
          <a:prstGeom prst="rect">
            <a:avLst/>
          </a:prstGeom>
        </p:spPr>
      </p:pic>
      <p:graphicFrame>
        <p:nvGraphicFramePr>
          <p:cNvPr id="16" name="Content Placeholder 15">
            <a:extLst>
              <a:ext uri="{FF2B5EF4-FFF2-40B4-BE49-F238E27FC236}">
                <a16:creationId xmlns:a16="http://schemas.microsoft.com/office/drawing/2014/main" id="{DA7D125B-3CD6-57DB-1A8E-71A448A02A7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65569943"/>
              </p:ext>
            </p:extLst>
          </p:nvPr>
        </p:nvGraphicFramePr>
        <p:xfrm>
          <a:off x="2704428" y="1782115"/>
          <a:ext cx="6783145" cy="4808299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696875">
                  <a:extLst>
                    <a:ext uri="{9D8B030D-6E8A-4147-A177-3AD203B41FA5}">
                      <a16:colId xmlns:a16="http://schemas.microsoft.com/office/drawing/2014/main" val="4110119720"/>
                    </a:ext>
                  </a:extLst>
                </a:gridCol>
                <a:gridCol w="4086270">
                  <a:extLst>
                    <a:ext uri="{9D8B030D-6E8A-4147-A177-3AD203B41FA5}">
                      <a16:colId xmlns:a16="http://schemas.microsoft.com/office/drawing/2014/main" val="1466803045"/>
                    </a:ext>
                  </a:extLst>
                </a:gridCol>
              </a:tblGrid>
              <a:tr h="6140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b="1" dirty="0"/>
                        <a:t>Tool</a:t>
                      </a:r>
                    </a:p>
                  </a:txBody>
                  <a:tcPr marL="251414" marR="150849" marT="150849" marB="150849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tx1">
                        <a:alpha val="3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b="1" dirty="0"/>
                        <a:t>Fit</a:t>
                      </a:r>
                    </a:p>
                  </a:txBody>
                  <a:tcPr marL="251414" marR="150849" marT="150849" marB="15084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tx1">
                        <a:alpha val="3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744383"/>
                  </a:ext>
                </a:extLst>
              </a:tr>
              <a:tr h="6140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Dependabot</a:t>
                      </a:r>
                      <a:endParaRPr lang="en-GB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51414" marR="150849" marT="150849" marB="150849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Too little dependency surface</a:t>
                      </a:r>
                    </a:p>
                  </a:txBody>
                  <a:tcPr marL="251414" marR="150849" marT="150849" marB="15084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499469"/>
                  </a:ext>
                </a:extLst>
              </a:tr>
              <a:tr h="6140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CodeQL</a:t>
                      </a:r>
                    </a:p>
                  </a:txBody>
                  <a:tcPr marL="251414" marR="150849" marT="150849" marB="150849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Strong, but mainly security-focused</a:t>
                      </a:r>
                    </a:p>
                  </a:txBody>
                  <a:tcPr marL="251414" marR="150849" marT="150849" marB="15084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743088"/>
                  </a:ext>
                </a:extLst>
              </a:tr>
              <a:tr h="6140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Secret Protection</a:t>
                      </a:r>
                    </a:p>
                  </a:txBody>
                  <a:tcPr marL="251414" marR="150849" marT="150849" marB="150849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No secrets in project</a:t>
                      </a:r>
                    </a:p>
                  </a:txBody>
                  <a:tcPr marL="251414" marR="150849" marT="150849" marB="15084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333159"/>
                  </a:ext>
                </a:extLst>
              </a:tr>
              <a:tr h="6140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Copilot code review</a:t>
                      </a:r>
                    </a:p>
                  </a:txBody>
                  <a:tcPr marL="251414" marR="150849" marT="150849" marB="150849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Needs PR workflow</a:t>
                      </a:r>
                    </a:p>
                  </a:txBody>
                  <a:tcPr marL="251414" marR="150849" marT="150849" marB="15084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990172"/>
                  </a:ext>
                </a:extLst>
              </a:tr>
              <a:tr h="6140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Dependency Review</a:t>
                      </a:r>
                    </a:p>
                  </a:txBody>
                  <a:tcPr marL="251414" marR="150849" marT="150849" marB="150849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Needs PR dependency diff</a:t>
                      </a:r>
                    </a:p>
                  </a:txBody>
                  <a:tcPr marL="251414" marR="150849" marT="150849" marB="15084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316984"/>
                  </a:ext>
                </a:extLst>
              </a:tr>
              <a:tr h="8877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SonarQube</a:t>
                      </a:r>
                      <a:endParaRPr lang="en-GB" sz="18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51414" marR="150849" marT="150849" marB="150849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Best fit: reliability, maintainability, hotspots</a:t>
                      </a:r>
                    </a:p>
                  </a:txBody>
                  <a:tcPr marL="251414" marR="150849" marT="150849" marB="15084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9705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9526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1A8D28-A31B-25F3-B583-7C6D0D1D7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8" name="Rectangle 87">
            <a:extLst>
              <a:ext uri="{FF2B5EF4-FFF2-40B4-BE49-F238E27FC236}">
                <a16:creationId xmlns:a16="http://schemas.microsoft.com/office/drawing/2014/main" id="{6DA9942F-A18C-9E9D-BF08-9291C54E1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CE2B12-26E9-5360-5F20-7A9CFA6EC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9809" y="353681"/>
            <a:ext cx="6572382" cy="97431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/>
              <a:t>CASE STUDY SETUP</a:t>
            </a:r>
            <a:endParaRPr lang="en-US" sz="4000" noProof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4B8EE1E8-320F-616B-89F9-A4AD17ED8131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2809809" y="5853241"/>
            <a:ext cx="6572382" cy="55808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algn="ctr" eaLnBrk="1" hangingPunct="1">
              <a:lnSpc>
                <a:spcPct val="110000"/>
              </a:lnSpc>
              <a:spcBef>
                <a:spcPts val="1000"/>
              </a:spcBef>
              <a:buNone/>
            </a:pPr>
            <a:r>
              <a:rPr lang="en-US" altLang="en-DE" sz="1700">
                <a:latin typeface="+mn-lt"/>
              </a:rPr>
              <a:t>Same specification. Two implementations. One static analyser.</a:t>
            </a:r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DA504EA9-908F-9B0B-B2E4-BDC37DBFA8BA}"/>
              </a:ext>
            </a:extLst>
          </p:cNvPr>
          <p:cNvSpPr txBox="1">
            <a:spLocks/>
          </p:cNvSpPr>
          <p:nvPr/>
        </p:nvSpPr>
        <p:spPr>
          <a:xfrm>
            <a:off x="101672" y="6377989"/>
            <a:ext cx="2790615" cy="2844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DE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 sz="800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B1183D-C7C8-83EF-8FD9-D3C7067F61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7097" y="397392"/>
            <a:ext cx="762000" cy="889000"/>
          </a:xfrm>
          <a:prstGeom prst="rect">
            <a:avLst/>
          </a:prstGeom>
        </p:spPr>
      </p:pic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84562677-228B-D730-3FF7-9D2E295CE8E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879947481"/>
              </p:ext>
            </p:extLst>
          </p:nvPr>
        </p:nvGraphicFramePr>
        <p:xfrm>
          <a:off x="2809809" y="1683355"/>
          <a:ext cx="6572383" cy="382245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071301">
                  <a:extLst>
                    <a:ext uri="{9D8B030D-6E8A-4147-A177-3AD203B41FA5}">
                      <a16:colId xmlns:a16="http://schemas.microsoft.com/office/drawing/2014/main" val="3824906823"/>
                    </a:ext>
                  </a:extLst>
                </a:gridCol>
                <a:gridCol w="4501082">
                  <a:extLst>
                    <a:ext uri="{9D8B030D-6E8A-4147-A177-3AD203B41FA5}">
                      <a16:colId xmlns:a16="http://schemas.microsoft.com/office/drawing/2014/main" val="917538892"/>
                    </a:ext>
                  </a:extLst>
                </a:gridCol>
              </a:tblGrid>
              <a:tr h="5460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b="1" cap="none" spc="0">
                          <a:solidFill>
                            <a:schemeClr val="tx1"/>
                          </a:solidFill>
                        </a:rPr>
                        <a:t>Element</a:t>
                      </a:r>
                    </a:p>
                  </a:txBody>
                  <a:tcPr marL="226422" marR="135853" marT="135853" marB="135853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65000"/>
                        <a:alpha val="6980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b="1" cap="none" spc="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L="226422" marR="135853" marT="135853" marB="13585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65000"/>
                        <a:alpha val="69804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938866"/>
                  </a:ext>
                </a:extLst>
              </a:tr>
              <a:tr h="5460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Project</a:t>
                      </a:r>
                    </a:p>
                  </a:txBody>
                  <a:tcPr marL="226422" marR="135853" marT="135853" marB="135853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cap="none" spc="0" dirty="0">
                          <a:solidFill>
                            <a:schemeClr val="tx1"/>
                          </a:solidFill>
                        </a:rPr>
                        <a:t>ZHAW PM1 Project 3: text-based Catan</a:t>
                      </a:r>
                    </a:p>
                  </a:txBody>
                  <a:tcPr marL="226422" marR="135853" marT="135853" marB="13585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142353"/>
                  </a:ext>
                </a:extLst>
              </a:tr>
              <a:tr h="5460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Human version</a:t>
                      </a:r>
                    </a:p>
                  </a:txBody>
                  <a:tcPr marL="226422" marR="135853" marT="135853" marB="135853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Public student implementation</a:t>
                      </a:r>
                    </a:p>
                  </a:txBody>
                  <a:tcPr marL="226422" marR="135853" marT="135853" marB="13585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269988"/>
                  </a:ext>
                </a:extLst>
              </a:tr>
              <a:tr h="5460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AI version</a:t>
                      </a:r>
                    </a:p>
                  </a:txBody>
                  <a:tcPr marL="226422" marR="135853" marT="135853" marB="135853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Claude Opus implementation</a:t>
                      </a:r>
                    </a:p>
                  </a:txBody>
                  <a:tcPr marL="226422" marR="135853" marT="135853" marB="13585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0435968"/>
                  </a:ext>
                </a:extLst>
              </a:tr>
              <a:tr h="5460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Scope</a:t>
                      </a:r>
                    </a:p>
                  </a:txBody>
                  <a:tcPr marL="226422" marR="135853" marT="135853" marB="135853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cap="none" spc="0" dirty="0">
                          <a:solidFill>
                            <a:schemeClr val="tx1"/>
                          </a:solidFill>
                        </a:rPr>
                        <a:t>Base game, cities extension, robber variant</a:t>
                      </a:r>
                    </a:p>
                  </a:txBody>
                  <a:tcPr marL="226422" marR="135853" marT="135853" marB="13585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3911033"/>
                  </a:ext>
                </a:extLst>
              </a:tr>
              <a:tr h="5460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Build</a:t>
                      </a:r>
                    </a:p>
                  </a:txBody>
                  <a:tcPr marL="226422" marR="135853" marT="135853" marB="135853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cap="none" spc="0" dirty="0">
                          <a:solidFill>
                            <a:schemeClr val="tx1"/>
                          </a:solidFill>
                        </a:rPr>
                        <a:t>Java Maven project</a:t>
                      </a:r>
                    </a:p>
                  </a:txBody>
                  <a:tcPr marL="226422" marR="135853" marT="135853" marB="13585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876814"/>
                  </a:ext>
                </a:extLst>
              </a:tr>
              <a:tr h="5460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Tool</a:t>
                      </a:r>
                    </a:p>
                  </a:txBody>
                  <a:tcPr marL="226422" marR="135853" marT="135853" marB="135853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cap="none" spc="0" dirty="0">
                          <a:solidFill>
                            <a:schemeClr val="tx1"/>
                          </a:solidFill>
                        </a:rPr>
                        <a:t>SonarQube Community Edition</a:t>
                      </a:r>
                    </a:p>
                  </a:txBody>
                  <a:tcPr marL="226422" marR="135853" marT="135853" marB="13585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60555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2371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8B7E63-1720-E115-F352-F5C364009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9B65F7F7-2FCE-8F01-53DE-15C39342B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6C12B1-3811-EFED-7C14-C30858A6F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21" y="501345"/>
            <a:ext cx="8728364" cy="6892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/>
              <a:t>STRUCTURAL COMPARISON</a:t>
            </a:r>
            <a:endParaRPr lang="en-US" noProof="0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91E1908E-424A-696A-2932-75E556C4A4C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731821" y="1212692"/>
            <a:ext cx="8728363" cy="41878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indent="0" algn="ctr" fontAlgn="base">
              <a:spcAft>
                <a:spcPct val="0"/>
              </a:spcAft>
              <a:buNone/>
            </a:pPr>
            <a:r>
              <a:rPr lang="en-US" sz="1800"/>
              <a:t>The AI version was much faster and smaller.</a:t>
            </a:r>
            <a:endParaRPr lang="en-US" altLang="en-DE" sz="18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1E84EF-9DB3-DFA8-BF9A-1E241AFCC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7097" y="397392"/>
            <a:ext cx="762000" cy="889000"/>
          </a:xfrm>
          <a:prstGeom prst="rect">
            <a:avLst/>
          </a:prstGeom>
        </p:spPr>
      </p:pic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A81F91A-B779-2E25-8667-2514A6E049F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25407778"/>
              </p:ext>
            </p:extLst>
          </p:nvPr>
        </p:nvGraphicFramePr>
        <p:xfrm>
          <a:off x="1994916" y="2027123"/>
          <a:ext cx="8202168" cy="408199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701779">
                  <a:extLst>
                    <a:ext uri="{9D8B030D-6E8A-4147-A177-3AD203B41FA5}">
                      <a16:colId xmlns:a16="http://schemas.microsoft.com/office/drawing/2014/main" val="619978170"/>
                    </a:ext>
                  </a:extLst>
                </a:gridCol>
                <a:gridCol w="1903140">
                  <a:extLst>
                    <a:ext uri="{9D8B030D-6E8A-4147-A177-3AD203B41FA5}">
                      <a16:colId xmlns:a16="http://schemas.microsoft.com/office/drawing/2014/main" val="2085678754"/>
                    </a:ext>
                  </a:extLst>
                </a:gridCol>
                <a:gridCol w="2597249">
                  <a:extLst>
                    <a:ext uri="{9D8B030D-6E8A-4147-A177-3AD203B41FA5}">
                      <a16:colId xmlns:a16="http://schemas.microsoft.com/office/drawing/2014/main" val="2069691889"/>
                    </a:ext>
                  </a:extLst>
                </a:gridCol>
              </a:tblGrid>
              <a:tr h="7868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Metric</a:t>
                      </a:r>
                    </a:p>
                  </a:txBody>
                  <a:tcPr marL="314706" marR="188824" marT="188824" marB="188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AI</a:t>
                      </a:r>
                    </a:p>
                  </a:txBody>
                  <a:tcPr marL="314706" marR="188824" marT="188824" marB="188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Human</a:t>
                      </a:r>
                    </a:p>
                  </a:txBody>
                  <a:tcPr marL="314706" marR="188824" marT="188824" marB="188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902370"/>
                  </a:ext>
                </a:extLst>
              </a:tr>
              <a:tr h="6590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Main source LOC</a:t>
                      </a:r>
                    </a:p>
                  </a:txBody>
                  <a:tcPr marL="314706" marR="163648" marT="163648" marB="16364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800" dirty="0">
                          <a:solidFill>
                            <a:schemeClr val="tx1"/>
                          </a:solidFill>
                        </a:rPr>
                        <a:t>1,108</a:t>
                      </a:r>
                    </a:p>
                  </a:txBody>
                  <a:tcPr marL="314706" marR="163648" marT="163648" marB="16364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800" dirty="0">
                          <a:solidFill>
                            <a:schemeClr val="tx1"/>
                          </a:solidFill>
                        </a:rPr>
                        <a:t>2,718</a:t>
                      </a:r>
                    </a:p>
                  </a:txBody>
                  <a:tcPr marL="314706" marR="163648" marT="163648" marB="16364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841599"/>
                  </a:ext>
                </a:extLst>
              </a:tr>
              <a:tr h="6590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>
                          <a:solidFill>
                            <a:schemeClr val="tx1"/>
                          </a:solidFill>
                        </a:rPr>
                        <a:t>Main files</a:t>
                      </a:r>
                    </a:p>
                  </a:txBody>
                  <a:tcPr marL="314706" marR="163648" marT="163648" marB="16364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8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314706" marR="163648" marT="163648" marB="16364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800" dirty="0">
                          <a:solidFill>
                            <a:schemeClr val="tx1"/>
                          </a:solidFill>
                        </a:rPr>
                        <a:t>17</a:t>
                      </a:r>
                    </a:p>
                  </a:txBody>
                  <a:tcPr marL="314706" marR="163648" marT="163648" marB="16364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6297813"/>
                  </a:ext>
                </a:extLst>
              </a:tr>
              <a:tr h="6590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>
                          <a:solidFill>
                            <a:schemeClr val="tx1"/>
                          </a:solidFill>
                        </a:rPr>
                        <a:t>Test LOC</a:t>
                      </a:r>
                    </a:p>
                  </a:txBody>
                  <a:tcPr marL="314706" marR="163648" marT="163648" marB="16364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800" dirty="0">
                          <a:solidFill>
                            <a:schemeClr val="tx1"/>
                          </a:solidFill>
                        </a:rPr>
                        <a:t>260</a:t>
                      </a:r>
                    </a:p>
                  </a:txBody>
                  <a:tcPr marL="314706" marR="163648" marT="163648" marB="16364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800" dirty="0">
                          <a:solidFill>
                            <a:schemeClr val="tx1"/>
                          </a:solidFill>
                        </a:rPr>
                        <a:t>2,060</a:t>
                      </a:r>
                    </a:p>
                  </a:txBody>
                  <a:tcPr marL="314706" marR="163648" marT="163648" marB="16364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032463"/>
                  </a:ext>
                </a:extLst>
              </a:tr>
              <a:tr h="6590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>
                          <a:solidFill>
                            <a:schemeClr val="tx1"/>
                          </a:solidFill>
                        </a:rPr>
                        <a:t>Test files</a:t>
                      </a:r>
                    </a:p>
                  </a:txBody>
                  <a:tcPr marL="314706" marR="163648" marT="163648" marB="16364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80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314706" marR="163648" marT="163648" marB="16364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80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314706" marR="163648" marT="163648" marB="16364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6628900"/>
                  </a:ext>
                </a:extLst>
              </a:tr>
              <a:tr h="6590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>
                          <a:solidFill>
                            <a:schemeClr val="tx1"/>
                          </a:solidFill>
                        </a:rPr>
                        <a:t>Test/Main ratio</a:t>
                      </a:r>
                    </a:p>
                  </a:txBody>
                  <a:tcPr marL="314706" marR="163648" marT="163648" marB="16364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800">
                          <a:solidFill>
                            <a:schemeClr val="tx1"/>
                          </a:solidFill>
                        </a:rPr>
                        <a:t>0.23</a:t>
                      </a:r>
                    </a:p>
                  </a:txBody>
                  <a:tcPr marL="314706" marR="163648" marT="163648" marB="16364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800" dirty="0">
                          <a:solidFill>
                            <a:schemeClr val="tx1"/>
                          </a:solidFill>
                        </a:rPr>
                        <a:t>0.76</a:t>
                      </a:r>
                    </a:p>
                  </a:txBody>
                  <a:tcPr marL="314706" marR="163648" marT="163648" marB="16364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80162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4674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E114EC-96A1-399E-ACF9-89A908A42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509EF0-A5BA-16E7-212D-F79C2A9C4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b="1" kern="1200" noProof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SONARQUBE RESULTS + 5 LESSONS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E25FE2E1-C395-FE34-7778-E98C79339222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12648" y="2584058"/>
            <a:ext cx="4621553" cy="315901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>
              <a:lnSpc>
                <a:spcPct val="110000"/>
              </a:lnSpc>
            </a:pPr>
            <a:r>
              <a:rPr lang="en-US" sz="1400" b="1"/>
              <a:t>Five lessons learned</a:t>
            </a:r>
          </a:p>
          <a:p>
            <a:pPr>
              <a:lnSpc>
                <a:spcPct val="110000"/>
              </a:lnSpc>
            </a:pPr>
            <a:r>
              <a:rPr lang="en-US" sz="1400"/>
              <a:t>Production cost and verification cost are different.</a:t>
            </a:r>
          </a:p>
          <a:p>
            <a:pPr>
              <a:lnSpc>
                <a:spcPct val="110000"/>
              </a:lnSpc>
            </a:pPr>
            <a:r>
              <a:rPr lang="en-US" sz="1400"/>
              <a:t>Static analysis catches some quality drift, not rule correctness.</a:t>
            </a:r>
          </a:p>
          <a:p>
            <a:pPr>
              <a:lnSpc>
                <a:spcPct val="110000"/>
              </a:lnSpc>
            </a:pPr>
            <a:r>
              <a:rPr lang="en-US" sz="1400"/>
              <a:t>A clean security rating may only mean the scan surface is small.</a:t>
            </a:r>
          </a:p>
          <a:p>
            <a:pPr>
              <a:lnSpc>
                <a:spcPct val="110000"/>
              </a:lnSpc>
            </a:pPr>
            <a:r>
              <a:rPr lang="en-US" sz="1400"/>
              <a:t>AI can concentrate complexity in core logic.</a:t>
            </a:r>
          </a:p>
          <a:p>
            <a:pPr>
              <a:lnSpc>
                <a:spcPct val="110000"/>
              </a:lnSpc>
            </a:pPr>
            <a:r>
              <a:rPr lang="en-US" sz="1400"/>
              <a:t>AI shifts engineering work; it does not remove responsibility. </a:t>
            </a:r>
          </a:p>
          <a:p>
            <a:pPr marL="0" marR="0" lvl="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DE" sz="1400"/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3D1B9EDE-6C70-84C6-376A-CD7D79AB60CB}"/>
              </a:ext>
            </a:extLst>
          </p:cNvPr>
          <p:cNvSpPr txBox="1">
            <a:spLocks/>
          </p:cNvSpPr>
          <p:nvPr/>
        </p:nvSpPr>
        <p:spPr>
          <a:xfrm>
            <a:off x="101672" y="6377989"/>
            <a:ext cx="2790615" cy="2844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DE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 sz="800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E3348B-118B-6F68-D47E-3FDA219A0F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7097" y="397392"/>
            <a:ext cx="762000" cy="889000"/>
          </a:xfrm>
          <a:prstGeom prst="rect">
            <a:avLst/>
          </a:prstGeom>
        </p:spPr>
      </p:pic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4DC4B52-2A83-4961-0BD5-E0A13B5222B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732496061"/>
              </p:ext>
            </p:extLst>
          </p:nvPr>
        </p:nvGraphicFramePr>
        <p:xfrm>
          <a:off x="5691261" y="1536210"/>
          <a:ext cx="5837781" cy="3785582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740301">
                  <a:extLst>
                    <a:ext uri="{9D8B030D-6E8A-4147-A177-3AD203B41FA5}">
                      <a16:colId xmlns:a16="http://schemas.microsoft.com/office/drawing/2014/main" val="2547786384"/>
                    </a:ext>
                  </a:extLst>
                </a:gridCol>
                <a:gridCol w="1093973">
                  <a:extLst>
                    <a:ext uri="{9D8B030D-6E8A-4147-A177-3AD203B41FA5}">
                      <a16:colId xmlns:a16="http://schemas.microsoft.com/office/drawing/2014/main" val="3627834813"/>
                    </a:ext>
                  </a:extLst>
                </a:gridCol>
                <a:gridCol w="2003507">
                  <a:extLst>
                    <a:ext uri="{9D8B030D-6E8A-4147-A177-3AD203B41FA5}">
                      <a16:colId xmlns:a16="http://schemas.microsoft.com/office/drawing/2014/main" val="3540559564"/>
                    </a:ext>
                  </a:extLst>
                </a:gridCol>
              </a:tblGrid>
              <a:tr h="8011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0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Metric</a:t>
                      </a:r>
                    </a:p>
                  </a:txBody>
                  <a:tcPr marL="303618" marR="227713" marT="151809" marB="1518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30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AI</a:t>
                      </a:r>
                    </a:p>
                  </a:txBody>
                  <a:tcPr marL="303618" marR="227713" marT="151809" marB="1518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30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Human</a:t>
                      </a:r>
                    </a:p>
                  </a:txBody>
                  <a:tcPr marL="303618" marR="227713" marT="151809" marB="1518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1286673"/>
                  </a:ext>
                </a:extLst>
              </a:tr>
              <a:tr h="6657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Security issues</a:t>
                      </a:r>
                    </a:p>
                  </a:txBody>
                  <a:tcPr marL="303618" marR="227713" marT="151809" marB="1518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DE" sz="2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</a:t>
                      </a:r>
                    </a:p>
                  </a:txBody>
                  <a:tcPr marL="303618" marR="227713" marT="151809" marB="1518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DE" sz="2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</a:t>
                      </a:r>
                    </a:p>
                  </a:txBody>
                  <a:tcPr marL="303618" marR="227713" marT="151809" marB="1518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3399556"/>
                  </a:ext>
                </a:extLst>
              </a:tr>
              <a:tr h="6657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Reliability issues</a:t>
                      </a:r>
                    </a:p>
                  </a:txBody>
                  <a:tcPr marL="303618" marR="227713" marT="151809" marB="1518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DE" sz="2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3</a:t>
                      </a:r>
                    </a:p>
                  </a:txBody>
                  <a:tcPr marL="303618" marR="227713" marT="151809" marB="1518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DE" sz="2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</a:t>
                      </a:r>
                    </a:p>
                  </a:txBody>
                  <a:tcPr marL="303618" marR="227713" marT="151809" marB="1518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1475289"/>
                  </a:ext>
                </a:extLst>
              </a:tr>
              <a:tr h="9872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Maintainability issues</a:t>
                      </a:r>
                    </a:p>
                  </a:txBody>
                  <a:tcPr marL="303618" marR="227713" marT="151809" marB="1518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DE" sz="2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16</a:t>
                      </a:r>
                    </a:p>
                  </a:txBody>
                  <a:tcPr marL="303618" marR="227713" marT="151809" marB="1518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DE" sz="2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9</a:t>
                      </a:r>
                    </a:p>
                  </a:txBody>
                  <a:tcPr marL="303618" marR="227713" marT="151809" marB="1518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5582438"/>
                  </a:ext>
                </a:extLst>
              </a:tr>
              <a:tr h="6657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Security hotspots</a:t>
                      </a:r>
                    </a:p>
                  </a:txBody>
                  <a:tcPr marL="303618" marR="227713" marT="151809" marB="1518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DE" sz="2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3</a:t>
                      </a:r>
                    </a:p>
                  </a:txBody>
                  <a:tcPr marL="303618" marR="227713" marT="151809" marB="1518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DE" sz="2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</a:t>
                      </a:r>
                    </a:p>
                  </a:txBody>
                  <a:tcPr marL="303618" marR="227713" marT="151809" marB="1518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784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5782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CCFBC3-2D36-7A34-1173-171045962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E819A5-97D9-722E-4A8B-E951FE491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ACTIVITY: CODE SHOWDOWN</a:t>
            </a:r>
            <a:endParaRPr lang="en-US" b="1" kern="1200" noProof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018ADED0-D1B9-0B86-75E6-D222420F917F}"/>
              </a:ext>
            </a:extLst>
          </p:cNvPr>
          <p:cNvSpPr txBox="1">
            <a:spLocks/>
          </p:cNvSpPr>
          <p:nvPr/>
        </p:nvSpPr>
        <p:spPr>
          <a:xfrm>
            <a:off x="101672" y="6377989"/>
            <a:ext cx="2790615" cy="2844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DE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 sz="800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19EB76-E881-1E35-68BF-49B0B8C22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7097" y="397392"/>
            <a:ext cx="762000" cy="889000"/>
          </a:xfrm>
          <a:prstGeom prst="rect">
            <a:avLst/>
          </a:prstGeom>
        </p:spPr>
      </p:pic>
      <p:graphicFrame>
        <p:nvGraphicFramePr>
          <p:cNvPr id="11" name="Rectangle 2">
            <a:extLst>
              <a:ext uri="{FF2B5EF4-FFF2-40B4-BE49-F238E27FC236}">
                <a16:creationId xmlns:a16="http://schemas.microsoft.com/office/drawing/2014/main" id="{F15D215B-1D14-07A9-6D65-2A32A6B71EE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82472038"/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643992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1AA1A5-034F-1D22-C784-B6AF66D23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3701A4-DA1B-AAE1-10D5-392D1E7DD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ACTIVITY PROBLEM: VALID SUDOKU</a:t>
            </a:r>
            <a:endParaRPr lang="en-US" b="1" kern="1200" noProof="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FFB3C9-52C1-7719-15F6-F1A257019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7097" y="397392"/>
            <a:ext cx="762000" cy="889000"/>
          </a:xfrm>
          <a:prstGeom prst="rect">
            <a:avLst/>
          </a:prstGeom>
        </p:spPr>
      </p:pic>
      <p:graphicFrame>
        <p:nvGraphicFramePr>
          <p:cNvPr id="10" name="Rectangle 1">
            <a:extLst>
              <a:ext uri="{FF2B5EF4-FFF2-40B4-BE49-F238E27FC236}">
                <a16:creationId xmlns:a16="http://schemas.microsoft.com/office/drawing/2014/main" id="{875B0356-83B1-8210-C6AB-58BECF85066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50593660"/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1DD7B79D-D3F6-FAAF-1458-0964535F3E14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411281" y="1580308"/>
            <a:ext cx="5744294" cy="55808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buNone/>
            </a:pPr>
            <a:r>
              <a:rPr lang="en-GB" sz="1800" b="1" dirty="0"/>
              <a:t>Task: </a:t>
            </a:r>
            <a:r>
              <a:rPr lang="en-GB" sz="1800" dirty="0"/>
              <a:t>Determine whether a 9×9 Sudoku board is valid.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091122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91F058-2E4E-DD99-6E51-8F57170EA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7F3E6F82-836B-858F-ADED-19E9A71A0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94F8DC-0863-E000-024C-5379B5427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9740" y="454924"/>
            <a:ext cx="8732520" cy="90525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/>
              <a:t>SNIPPET A VS SNIPPET B</a:t>
            </a:r>
            <a:endParaRPr lang="en-US" sz="4400" noProof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1CE0198-B129-89C9-861B-4003800FA9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" b="18059"/>
          <a:stretch>
            <a:fillRect/>
          </a:stretch>
        </p:blipFill>
        <p:spPr>
          <a:xfrm>
            <a:off x="411740" y="2362952"/>
            <a:ext cx="5567617" cy="31479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2139053-06E9-82A1-2250-E31A23061E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6337" b="1"/>
          <a:stretch>
            <a:fillRect/>
          </a:stretch>
        </p:blipFill>
        <p:spPr>
          <a:xfrm>
            <a:off x="6210024" y="2362952"/>
            <a:ext cx="5625723" cy="3177182"/>
          </a:xfrm>
          <a:prstGeom prst="rect">
            <a:avLst/>
          </a:prstGeom>
        </p:spPr>
      </p:pic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5E59233B-219D-F533-AF64-DD5265208AC4}"/>
              </a:ext>
            </a:extLst>
          </p:cNvPr>
          <p:cNvSpPr txBox="1">
            <a:spLocks/>
          </p:cNvSpPr>
          <p:nvPr/>
        </p:nvSpPr>
        <p:spPr>
          <a:xfrm>
            <a:off x="101672" y="6377989"/>
            <a:ext cx="2790615" cy="2844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DE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 sz="800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5F9E11-2D61-4479-6700-F22143F243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97097" y="397392"/>
            <a:ext cx="7620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6227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B683CA-CAFF-A254-6E23-136167E27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BBE514-B827-C4E6-68E2-09CF2C255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REVEAL AND DEBRIEF</a:t>
            </a:r>
            <a:endParaRPr lang="en-US" b="1" kern="1200" noProof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94F14640-03DA-46CB-88E9-3C12E20C5988}"/>
              </a:ext>
            </a:extLst>
          </p:cNvPr>
          <p:cNvSpPr txBox="1">
            <a:spLocks/>
          </p:cNvSpPr>
          <p:nvPr/>
        </p:nvSpPr>
        <p:spPr>
          <a:xfrm>
            <a:off x="101672" y="6377989"/>
            <a:ext cx="2790615" cy="2844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DE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 sz="800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3F24F5-87A3-7325-4FB8-F2701DFE2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7097" y="397392"/>
            <a:ext cx="762000" cy="889000"/>
          </a:xfrm>
          <a:prstGeom prst="rect">
            <a:avLst/>
          </a:prstGeom>
        </p:spPr>
      </p:pic>
      <p:graphicFrame>
        <p:nvGraphicFramePr>
          <p:cNvPr id="14" name="Rectangle 3">
            <a:extLst>
              <a:ext uri="{FF2B5EF4-FFF2-40B4-BE49-F238E27FC236}">
                <a16:creationId xmlns:a16="http://schemas.microsoft.com/office/drawing/2014/main" id="{B449B3C5-0095-D86C-AE9D-04E1D7246BB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19532383"/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649691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33DEC4-EF90-FB32-F5A3-7196727D0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727E8712-AE0C-1835-1CBD-D289CD9CD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870635-E6F7-61D5-F439-898782799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D3C3156F-E194-01BA-64D2-E7CB7A1B243F}"/>
              </a:ext>
            </a:extLst>
          </p:cNvPr>
          <p:cNvSpPr txBox="1">
            <a:spLocks/>
          </p:cNvSpPr>
          <p:nvPr/>
        </p:nvSpPr>
        <p:spPr>
          <a:xfrm>
            <a:off x="2301923" y="1482602"/>
            <a:ext cx="7588155" cy="22362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GB" dirty="0"/>
              <a:t>Q&amp;A</a:t>
            </a:r>
            <a:endParaRPr lang="de-DE" sz="4400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1401F7DD-A63F-3022-AD10-8C4276AA89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381080"/>
            <a:ext cx="7588155" cy="200353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400" dirty="0">
                <a:solidFill>
                  <a:srgbClr val="FFFFFF"/>
                </a:solidFill>
              </a:rPr>
              <a:t>Thank you for your time and  attention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436813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3521</TotalTime>
  <Words>573</Words>
  <Application>Microsoft Macintosh PowerPoint</Application>
  <PresentationFormat>Widescreen</PresentationFormat>
  <Paragraphs>147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Neue Haas Grotesk Text Pro</vt:lpstr>
      <vt:lpstr>VanillaVTI</vt:lpstr>
      <vt:lpstr>PowerPoint Presentation</vt:lpstr>
      <vt:lpstr>AGENDA</vt:lpstr>
      <vt:lpstr>TASK 1: CORE PROBLEM</vt:lpstr>
      <vt:lpstr>TASK 1: TWO MAIN CHALLENGES</vt:lpstr>
      <vt:lpstr>TASK 2: TOOL SELECTION</vt:lpstr>
      <vt:lpstr>CASE STUDY SETUP</vt:lpstr>
      <vt:lpstr>STRUCTURAL COMPARISON</vt:lpstr>
      <vt:lpstr>SONARQUBE RESULTS + 5 LESSONS</vt:lpstr>
      <vt:lpstr>ACTIVITY: CODE SHOWDOWN</vt:lpstr>
      <vt:lpstr>ACTIVITY PROBLEM: VALID SUDOKU</vt:lpstr>
      <vt:lpstr>SNIPPET A VS SNIPPET B</vt:lpstr>
      <vt:lpstr>REVEAL AND DEBRIEF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Pablo Emiliano Galindo López</dc:creator>
  <cp:lastModifiedBy>Galindo Lopez Pablo Emiliano (galinpab)</cp:lastModifiedBy>
  <cp:revision>50</cp:revision>
  <dcterms:created xsi:type="dcterms:W3CDTF">2025-09-03T12:52:00Z</dcterms:created>
  <dcterms:modified xsi:type="dcterms:W3CDTF">2026-05-06T08:36:53Z</dcterms:modified>
</cp:coreProperties>
</file>